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5" r:id="rId4"/>
  </p:sldMasterIdLst>
  <p:notesMasterIdLst>
    <p:notesMasterId r:id="rId12"/>
  </p:notesMasterIdLst>
  <p:handoutMasterIdLst>
    <p:handoutMasterId r:id="rId13"/>
  </p:handoutMasterIdLst>
  <p:sldIdLst>
    <p:sldId id="332" r:id="rId5"/>
    <p:sldId id="281" r:id="rId6"/>
    <p:sldId id="314" r:id="rId7"/>
    <p:sldId id="330" r:id="rId8"/>
    <p:sldId id="324" r:id="rId9"/>
    <p:sldId id="325" r:id="rId10"/>
    <p:sldId id="331" r:id="rId11"/>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5218BEF1-D166-4E84-8461-21A3518F70B8}">
          <p14:sldIdLst>
            <p14:sldId id="332"/>
            <p14:sldId id="281"/>
            <p14:sldId id="314"/>
            <p14:sldId id="330"/>
            <p14:sldId id="324"/>
            <p14:sldId id="325"/>
            <p14:sldId id="331"/>
          </p14:sldIdLst>
        </p14:section>
      </p14:sectionLst>
    </p:ex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BF6"/>
    <a:srgbClr val="202C8F"/>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F9DF0B-2229-D305-45DD-049BC68D9A6D}" v="10" dt="2024-10-31T21:20:54.069"/>
    <p1510:client id="{AFF1A1DA-3E26-72D5-2DC4-A30509A59230}" v="274" dt="2024-11-01T01:09:41.259"/>
  </p1510:revLst>
</p1510:revInfo>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622" autoAdjust="0"/>
    <p:restoredTop sz="95388" autoAdjust="0"/>
  </p:normalViewPr>
  <p:slideViewPr>
    <p:cSldViewPr snapToGrid="0" snapToObjects="1">
      <p:cViewPr varScale="1">
        <p:scale>
          <a:sx n="65" d="100"/>
          <a:sy n="65" d="100"/>
        </p:scale>
        <p:origin x="120" y="78"/>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onela Gingqi" userId="9d9a8bbbae7db811" providerId="LiveId" clId="{8A4B8890-8CB8-4AE3-86FD-908514E03446}"/>
    <pc:docChg chg="custSel addSld delSld modSld sldOrd modMainMaster">
      <pc:chgData name="Yonela Gingqi" userId="9d9a8bbbae7db811" providerId="LiveId" clId="{8A4B8890-8CB8-4AE3-86FD-908514E03446}" dt="2024-05-21T03:21:35.024" v="3674" actId="1076"/>
      <pc:docMkLst>
        <pc:docMk/>
      </pc:docMkLst>
      <pc:sldChg chg="addSp modSp mod">
        <pc:chgData name="Yonela Gingqi" userId="9d9a8bbbae7db811" providerId="LiveId" clId="{8A4B8890-8CB8-4AE3-86FD-908514E03446}" dt="2024-05-21T03:08:18.446" v="3670" actId="113"/>
        <pc:sldMkLst>
          <pc:docMk/>
          <pc:sldMk cId="2952923800" sldId="281"/>
        </pc:sldMkLst>
        <pc:spChg chg="mod">
          <ac:chgData name="Yonela Gingqi" userId="9d9a8bbbae7db811" providerId="LiveId" clId="{8A4B8890-8CB8-4AE3-86FD-908514E03446}" dt="2024-05-21T02:56:19.035" v="3540" actId="1076"/>
          <ac:spMkLst>
            <pc:docMk/>
            <pc:sldMk cId="2952923800" sldId="281"/>
            <ac:spMk id="2" creationId="{D53B219B-7E3A-7E84-6386-37313F0CFB09}"/>
          </ac:spMkLst>
        </pc:spChg>
        <pc:spChg chg="add mod">
          <ac:chgData name="Yonela Gingqi" userId="9d9a8bbbae7db811" providerId="LiveId" clId="{8A4B8890-8CB8-4AE3-86FD-908514E03446}" dt="2024-05-21T03:08:18.446" v="3670" actId="113"/>
          <ac:spMkLst>
            <pc:docMk/>
            <pc:sldMk cId="2952923800" sldId="281"/>
            <ac:spMk id="4" creationId="{890B1A48-75EB-BB7D-D97C-2E216D8C4594}"/>
          </ac:spMkLst>
        </pc:spChg>
        <pc:picChg chg="mod">
          <ac:chgData name="Yonela Gingqi" userId="9d9a8bbbae7db811" providerId="LiveId" clId="{8A4B8890-8CB8-4AE3-86FD-908514E03446}" dt="2024-05-20T18:09:25.624" v="3369"/>
          <ac:picMkLst>
            <pc:docMk/>
            <pc:sldMk cId="2952923800" sldId="281"/>
            <ac:picMk id="7" creationId="{15A77D8B-F0BA-A4D9-AD8C-BA4E1DC81F30}"/>
          </ac:picMkLst>
        </pc:picChg>
      </pc:sldChg>
      <pc:sldChg chg="modSp del mod">
        <pc:chgData name="Yonela Gingqi" userId="9d9a8bbbae7db811" providerId="LiveId" clId="{8A4B8890-8CB8-4AE3-86FD-908514E03446}" dt="2024-05-21T02:57:01.232" v="3546" actId="47"/>
        <pc:sldMkLst>
          <pc:docMk/>
          <pc:sldMk cId="685681062" sldId="282"/>
        </pc:sldMkLst>
        <pc:spChg chg="mod">
          <ac:chgData name="Yonela Gingqi" userId="9d9a8bbbae7db811" providerId="LiveId" clId="{8A4B8890-8CB8-4AE3-86FD-908514E03446}" dt="2024-05-21T02:56:26.127" v="3541" actId="21"/>
          <ac:spMkLst>
            <pc:docMk/>
            <pc:sldMk cId="685681062" sldId="282"/>
            <ac:spMk id="3" creationId="{75111C33-898C-4414-4665-5136EB6FC126}"/>
          </ac:spMkLst>
        </pc:spChg>
        <pc:spChg chg="mod">
          <ac:chgData name="Yonela Gingqi" userId="9d9a8bbbae7db811" providerId="LiveId" clId="{8A4B8890-8CB8-4AE3-86FD-908514E03446}" dt="2024-05-20T18:09:25.624" v="3369"/>
          <ac:spMkLst>
            <pc:docMk/>
            <pc:sldMk cId="685681062" sldId="282"/>
            <ac:spMk id="23" creationId="{94FF72B7-0438-3641-5939-75128934B0DF}"/>
          </ac:spMkLst>
        </pc:spChg>
      </pc:sldChg>
      <pc:sldChg chg="addSp delSp modSp mod">
        <pc:chgData name="Yonela Gingqi" userId="9d9a8bbbae7db811" providerId="LiveId" clId="{8A4B8890-8CB8-4AE3-86FD-908514E03446}" dt="2024-05-19T19:25:45.921" v="2772" actId="14100"/>
        <pc:sldMkLst>
          <pc:docMk/>
          <pc:sldMk cId="1973173046" sldId="297"/>
        </pc:sldMkLst>
        <pc:spChg chg="mod">
          <ac:chgData name="Yonela Gingqi" userId="9d9a8bbbae7db811" providerId="LiveId" clId="{8A4B8890-8CB8-4AE3-86FD-908514E03446}" dt="2024-05-19T19:25:45.921" v="2772" actId="14100"/>
          <ac:spMkLst>
            <pc:docMk/>
            <pc:sldMk cId="1973173046" sldId="297"/>
            <ac:spMk id="2" creationId="{509D22C5-0C9E-B582-A8FE-B45E70A01E7F}"/>
          </ac:spMkLst>
        </pc:spChg>
        <pc:spChg chg="del">
          <ac:chgData name="Yonela Gingqi" userId="9d9a8bbbae7db811" providerId="LiveId" clId="{8A4B8890-8CB8-4AE3-86FD-908514E03446}" dt="2024-05-19T19:25:23.506" v="2767" actId="478"/>
          <ac:spMkLst>
            <pc:docMk/>
            <pc:sldMk cId="1973173046" sldId="297"/>
            <ac:spMk id="3" creationId="{D8B5CEF2-E667-BBB5-2EA6-C06F93B6DE12}"/>
          </ac:spMkLst>
        </pc:spChg>
        <pc:spChg chg="add del mod">
          <ac:chgData name="Yonela Gingqi" userId="9d9a8bbbae7db811" providerId="LiveId" clId="{8A4B8890-8CB8-4AE3-86FD-908514E03446}" dt="2024-05-19T19:25:26.856" v="2768" actId="478"/>
          <ac:spMkLst>
            <pc:docMk/>
            <pc:sldMk cId="1973173046" sldId="297"/>
            <ac:spMk id="5" creationId="{047A45A5-861C-8AB3-698F-8E9B1ED75335}"/>
          </ac:spMkLst>
        </pc:spChg>
      </pc:sldChg>
      <pc:sldChg chg="modSp mod">
        <pc:chgData name="Yonela Gingqi" userId="9d9a8bbbae7db811" providerId="LiveId" clId="{8A4B8890-8CB8-4AE3-86FD-908514E03446}" dt="2024-05-20T18:09:25.624" v="3369"/>
        <pc:sldMkLst>
          <pc:docMk/>
          <pc:sldMk cId="3913219759" sldId="304"/>
        </pc:sldMkLst>
        <pc:spChg chg="mod">
          <ac:chgData name="Yonela Gingqi" userId="9d9a8bbbae7db811" providerId="LiveId" clId="{8A4B8890-8CB8-4AE3-86FD-908514E03446}" dt="2024-05-20T18:09:25.624" v="3369"/>
          <ac:spMkLst>
            <pc:docMk/>
            <pc:sldMk cId="3913219759" sldId="304"/>
            <ac:spMk id="2" creationId="{13021072-4A77-DB4D-DF41-58EADB7DA94E}"/>
          </ac:spMkLst>
        </pc:spChg>
        <pc:spChg chg="mod">
          <ac:chgData name="Yonela Gingqi" userId="9d9a8bbbae7db811" providerId="LiveId" clId="{8A4B8890-8CB8-4AE3-86FD-908514E03446}" dt="2024-05-20T18:09:25.624" v="3369"/>
          <ac:spMkLst>
            <pc:docMk/>
            <pc:sldMk cId="3913219759" sldId="304"/>
            <ac:spMk id="3" creationId="{D4D22962-3C7F-E480-5C35-7F4860A098E1}"/>
          </ac:spMkLst>
        </pc:spChg>
        <pc:spChg chg="mod">
          <ac:chgData name="Yonela Gingqi" userId="9d9a8bbbae7db811" providerId="LiveId" clId="{8A4B8890-8CB8-4AE3-86FD-908514E03446}" dt="2024-05-20T18:09:25.624" v="3369"/>
          <ac:spMkLst>
            <pc:docMk/>
            <pc:sldMk cId="3913219759" sldId="304"/>
            <ac:spMk id="4" creationId="{18D5CFA2-4E67-F157-5FFD-A246307D41F7}"/>
          </ac:spMkLst>
        </pc:spChg>
      </pc:sldChg>
      <pc:sldChg chg="addSp delSp modSp del mod">
        <pc:chgData name="Yonela Gingqi" userId="9d9a8bbbae7db811" providerId="LiveId" clId="{8A4B8890-8CB8-4AE3-86FD-908514E03446}" dt="2024-05-21T02:59:29.701" v="3669" actId="47"/>
        <pc:sldMkLst>
          <pc:docMk/>
          <pc:sldMk cId="2906491918" sldId="307"/>
        </pc:sldMkLst>
        <pc:spChg chg="del">
          <ac:chgData name="Yonela Gingqi" userId="9d9a8bbbae7db811" providerId="LiveId" clId="{8A4B8890-8CB8-4AE3-86FD-908514E03446}" dt="2024-05-21T02:58:55.114" v="3664" actId="21"/>
          <ac:spMkLst>
            <pc:docMk/>
            <pc:sldMk cId="2906491918" sldId="307"/>
            <ac:spMk id="2" creationId="{D54EDA75-0988-2AC2-87F8-8DEC83A7B9CA}"/>
          </ac:spMkLst>
        </pc:spChg>
        <pc:spChg chg="add mod">
          <ac:chgData name="Yonela Gingqi" userId="9d9a8bbbae7db811" providerId="LiveId" clId="{8A4B8890-8CB8-4AE3-86FD-908514E03446}" dt="2024-05-21T02:58:55.114" v="3664" actId="21"/>
          <ac:spMkLst>
            <pc:docMk/>
            <pc:sldMk cId="2906491918" sldId="307"/>
            <ac:spMk id="4" creationId="{DEFB484F-5EC9-DEEE-680B-AB9D3E52C51F}"/>
          </ac:spMkLst>
        </pc:spChg>
        <pc:picChg chg="mod">
          <ac:chgData name="Yonela Gingqi" userId="9d9a8bbbae7db811" providerId="LiveId" clId="{8A4B8890-8CB8-4AE3-86FD-908514E03446}" dt="2024-05-20T18:09:25.624" v="3369"/>
          <ac:picMkLst>
            <pc:docMk/>
            <pc:sldMk cId="2906491918" sldId="307"/>
            <ac:picMk id="5" creationId="{CE589F03-85AC-C384-F74B-FCAA101D87CF}"/>
          </ac:picMkLst>
        </pc:picChg>
      </pc:sldChg>
      <pc:sldChg chg="modSp mod">
        <pc:chgData name="Yonela Gingqi" userId="9d9a8bbbae7db811" providerId="LiveId" clId="{8A4B8890-8CB8-4AE3-86FD-908514E03446}" dt="2024-05-20T18:09:25.624" v="3369"/>
        <pc:sldMkLst>
          <pc:docMk/>
          <pc:sldMk cId="2202437675" sldId="312"/>
        </pc:sldMkLst>
        <pc:spChg chg="mod">
          <ac:chgData name="Yonela Gingqi" userId="9d9a8bbbae7db811" providerId="LiveId" clId="{8A4B8890-8CB8-4AE3-86FD-908514E03446}" dt="2024-05-20T18:09:25.624" v="3369"/>
          <ac:spMkLst>
            <pc:docMk/>
            <pc:sldMk cId="2202437675" sldId="312"/>
            <ac:spMk id="2" creationId="{4207FF65-A536-F639-8591-ED024C223308}"/>
          </ac:spMkLst>
        </pc:spChg>
      </pc:sldChg>
      <pc:sldChg chg="addSp delSp modSp mod">
        <pc:chgData name="Yonela Gingqi" userId="9d9a8bbbae7db811" providerId="LiveId" clId="{8A4B8890-8CB8-4AE3-86FD-908514E03446}" dt="2024-05-20T18:09:25.624" v="3369"/>
        <pc:sldMkLst>
          <pc:docMk/>
          <pc:sldMk cId="1131718056" sldId="314"/>
        </pc:sldMkLst>
        <pc:spChg chg="mod">
          <ac:chgData name="Yonela Gingqi" userId="9d9a8bbbae7db811" providerId="LiveId" clId="{8A4B8890-8CB8-4AE3-86FD-908514E03446}" dt="2024-05-20T18:09:25.624" v="3369"/>
          <ac:spMkLst>
            <pc:docMk/>
            <pc:sldMk cId="1131718056" sldId="314"/>
            <ac:spMk id="2" creationId="{B6210199-C129-11F0-56F2-2D1AED21CB4C}"/>
          </ac:spMkLst>
        </pc:spChg>
        <pc:spChg chg="mod">
          <ac:chgData name="Yonela Gingqi" userId="9d9a8bbbae7db811" providerId="LiveId" clId="{8A4B8890-8CB8-4AE3-86FD-908514E03446}" dt="2024-05-20T18:09:25.624" v="3369"/>
          <ac:spMkLst>
            <pc:docMk/>
            <pc:sldMk cId="1131718056" sldId="314"/>
            <ac:spMk id="3" creationId="{370AEC4F-E711-8552-9C34-82C1514A1E37}"/>
          </ac:spMkLst>
        </pc:spChg>
        <pc:spChg chg="del">
          <ac:chgData name="Yonela Gingqi" userId="9d9a8bbbae7db811" providerId="LiveId" clId="{8A4B8890-8CB8-4AE3-86FD-908514E03446}" dt="2024-05-19T17:55:25.775" v="65" actId="478"/>
          <ac:spMkLst>
            <pc:docMk/>
            <pc:sldMk cId="1131718056" sldId="314"/>
            <ac:spMk id="4" creationId="{BDDD6BDC-E008-6AB7-55A1-46ED9BCF054F}"/>
          </ac:spMkLst>
        </pc:spChg>
        <pc:spChg chg="add del mod">
          <ac:chgData name="Yonela Gingqi" userId="9d9a8bbbae7db811" providerId="LiveId" clId="{8A4B8890-8CB8-4AE3-86FD-908514E03446}" dt="2024-05-19T17:55:31.446" v="66" actId="478"/>
          <ac:spMkLst>
            <pc:docMk/>
            <pc:sldMk cId="1131718056" sldId="314"/>
            <ac:spMk id="6" creationId="{252781C7-3A11-CDF3-D836-F8276586631E}"/>
          </ac:spMkLst>
        </pc:spChg>
      </pc:sldChg>
      <pc:sldChg chg="addSp delSp modSp mod">
        <pc:chgData name="Yonela Gingqi" userId="9d9a8bbbae7db811" providerId="LiveId" clId="{8A4B8890-8CB8-4AE3-86FD-908514E03446}" dt="2024-05-20T18:35:09.148" v="3460" actId="255"/>
        <pc:sldMkLst>
          <pc:docMk/>
          <pc:sldMk cId="2468595790" sldId="315"/>
        </pc:sldMkLst>
        <pc:spChg chg="mod">
          <ac:chgData name="Yonela Gingqi" userId="9d9a8bbbae7db811" providerId="LiveId" clId="{8A4B8890-8CB8-4AE3-86FD-908514E03446}" dt="2024-05-20T18:32:09.601" v="3430" actId="1076"/>
          <ac:spMkLst>
            <pc:docMk/>
            <pc:sldMk cId="2468595790" sldId="315"/>
            <ac:spMk id="2" creationId="{B28A34A6-22BC-27A4-2C79-EE98A4943B14}"/>
          </ac:spMkLst>
        </pc:spChg>
        <pc:spChg chg="mod">
          <ac:chgData name="Yonela Gingqi" userId="9d9a8bbbae7db811" providerId="LiveId" clId="{8A4B8890-8CB8-4AE3-86FD-908514E03446}" dt="2024-05-20T18:09:25.624" v="3369"/>
          <ac:spMkLst>
            <pc:docMk/>
            <pc:sldMk cId="2468595790" sldId="315"/>
            <ac:spMk id="3" creationId="{7267C004-8B72-C872-98FB-00A2A584D055}"/>
          </ac:spMkLst>
        </pc:spChg>
        <pc:spChg chg="add del mod">
          <ac:chgData name="Yonela Gingqi" userId="9d9a8bbbae7db811" providerId="LiveId" clId="{8A4B8890-8CB8-4AE3-86FD-908514E03446}" dt="2024-05-19T17:58:37.127" v="89" actId="478"/>
          <ac:spMkLst>
            <pc:docMk/>
            <pc:sldMk cId="2468595790" sldId="315"/>
            <ac:spMk id="5" creationId="{424D8703-081B-7CDA-D4D4-25672B79ECD9}"/>
          </ac:spMkLst>
        </pc:spChg>
        <pc:spChg chg="add del mod">
          <ac:chgData name="Yonela Gingqi" userId="9d9a8bbbae7db811" providerId="LiveId" clId="{8A4B8890-8CB8-4AE3-86FD-908514E03446}" dt="2024-05-19T18:05:54.858" v="459"/>
          <ac:spMkLst>
            <pc:docMk/>
            <pc:sldMk cId="2468595790" sldId="315"/>
            <ac:spMk id="6" creationId="{A7CBCC0E-1532-423B-FE4E-3EE481A8E5AF}"/>
          </ac:spMkLst>
        </pc:spChg>
        <pc:spChg chg="add del mod">
          <ac:chgData name="Yonela Gingqi" userId="9d9a8bbbae7db811" providerId="LiveId" clId="{8A4B8890-8CB8-4AE3-86FD-908514E03446}" dt="2024-05-19T18:08:53.246" v="478" actId="478"/>
          <ac:spMkLst>
            <pc:docMk/>
            <pc:sldMk cId="2468595790" sldId="315"/>
            <ac:spMk id="7" creationId="{0F44CDB6-6941-7C4D-3C70-2FD3F15F7E66}"/>
          </ac:spMkLst>
        </pc:spChg>
        <pc:spChg chg="add del mod">
          <ac:chgData name="Yonela Gingqi" userId="9d9a8bbbae7db811" providerId="LiveId" clId="{8A4B8890-8CB8-4AE3-86FD-908514E03446}" dt="2024-05-19T18:08:13.332" v="473"/>
          <ac:spMkLst>
            <pc:docMk/>
            <pc:sldMk cId="2468595790" sldId="315"/>
            <ac:spMk id="8" creationId="{7DD12D2E-3826-5E3E-D236-0FA058336E51}"/>
          </ac:spMkLst>
        </pc:spChg>
        <pc:spChg chg="add del mod">
          <ac:chgData name="Yonela Gingqi" userId="9d9a8bbbae7db811" providerId="LiveId" clId="{8A4B8890-8CB8-4AE3-86FD-908514E03446}" dt="2024-05-19T18:08:18.058" v="475" actId="478"/>
          <ac:spMkLst>
            <pc:docMk/>
            <pc:sldMk cId="2468595790" sldId="315"/>
            <ac:spMk id="9" creationId="{DCDB7E81-68F3-DC86-1FA8-AD9C2B4DD580}"/>
          </ac:spMkLst>
        </pc:spChg>
        <pc:spChg chg="add del mod">
          <ac:chgData name="Yonela Gingqi" userId="9d9a8bbbae7db811" providerId="LiveId" clId="{8A4B8890-8CB8-4AE3-86FD-908514E03446}" dt="2024-05-20T18:31:24.709" v="3421" actId="478"/>
          <ac:spMkLst>
            <pc:docMk/>
            <pc:sldMk cId="2468595790" sldId="315"/>
            <ac:spMk id="10" creationId="{78DEA66A-46B1-1740-6A88-E4849828721C}"/>
          </ac:spMkLst>
        </pc:spChg>
        <pc:spChg chg="add del mod">
          <ac:chgData name="Yonela Gingqi" userId="9d9a8bbbae7db811" providerId="LiveId" clId="{8A4B8890-8CB8-4AE3-86FD-908514E03446}" dt="2024-05-20T18:31:18.295" v="3420" actId="478"/>
          <ac:spMkLst>
            <pc:docMk/>
            <pc:sldMk cId="2468595790" sldId="315"/>
            <ac:spMk id="11" creationId="{A01CC99E-3481-A21E-E6CC-03D71B0E8EE2}"/>
          </ac:spMkLst>
        </pc:spChg>
        <pc:spChg chg="add del mod">
          <ac:chgData name="Yonela Gingqi" userId="9d9a8bbbae7db811" providerId="LiveId" clId="{8A4B8890-8CB8-4AE3-86FD-908514E03446}" dt="2024-05-20T18:31:46.609" v="3427" actId="478"/>
          <ac:spMkLst>
            <pc:docMk/>
            <pc:sldMk cId="2468595790" sldId="315"/>
            <ac:spMk id="12" creationId="{C7853747-F3A1-0362-E175-C8F07B20D064}"/>
          </ac:spMkLst>
        </pc:spChg>
        <pc:spChg chg="add del mod">
          <ac:chgData name="Yonela Gingqi" userId="9d9a8bbbae7db811" providerId="LiveId" clId="{8A4B8890-8CB8-4AE3-86FD-908514E03446}" dt="2024-05-20T18:31:50.467" v="3428" actId="478"/>
          <ac:spMkLst>
            <pc:docMk/>
            <pc:sldMk cId="2468595790" sldId="315"/>
            <ac:spMk id="13" creationId="{13A3DF3A-F7C7-A622-FD34-9B00C4F877F5}"/>
          </ac:spMkLst>
        </pc:spChg>
        <pc:spChg chg="mod">
          <ac:chgData name="Yonela Gingqi" userId="9d9a8bbbae7db811" providerId="LiveId" clId="{8A4B8890-8CB8-4AE3-86FD-908514E03446}" dt="2024-05-20T18:35:09.148" v="3460" actId="255"/>
          <ac:spMkLst>
            <pc:docMk/>
            <pc:sldMk cId="2468595790" sldId="315"/>
            <ac:spMk id="16" creationId="{AEF9954A-E263-8A7E-58B1-4D03F7D1BD9B}"/>
          </ac:spMkLst>
        </pc:spChg>
        <pc:spChg chg="del mod">
          <ac:chgData name="Yonela Gingqi" userId="9d9a8bbbae7db811" providerId="LiveId" clId="{8A4B8890-8CB8-4AE3-86FD-908514E03446}" dt="2024-05-19T17:58:33.508" v="88" actId="478"/>
          <ac:spMkLst>
            <pc:docMk/>
            <pc:sldMk cId="2468595790" sldId="315"/>
            <ac:spMk id="17" creationId="{33680A80-5C61-DD02-1119-0565C0AD5372}"/>
          </ac:spMkLst>
        </pc:spChg>
      </pc:sldChg>
      <pc:sldChg chg="addSp delSp modSp mod">
        <pc:chgData name="Yonela Gingqi" userId="9d9a8bbbae7db811" providerId="LiveId" clId="{8A4B8890-8CB8-4AE3-86FD-908514E03446}" dt="2024-05-21T03:21:35.024" v="3674" actId="1076"/>
        <pc:sldMkLst>
          <pc:docMk/>
          <pc:sldMk cId="1941619646" sldId="317"/>
        </pc:sldMkLst>
        <pc:spChg chg="mod">
          <ac:chgData name="Yonela Gingqi" userId="9d9a8bbbae7db811" providerId="LiveId" clId="{8A4B8890-8CB8-4AE3-86FD-908514E03446}" dt="2024-05-20T18:09:25.624" v="3369"/>
          <ac:spMkLst>
            <pc:docMk/>
            <pc:sldMk cId="1941619646" sldId="317"/>
            <ac:spMk id="3" creationId="{3D55F2D4-C20E-BEBC-1CCF-4449B0456A7E}"/>
          </ac:spMkLst>
        </pc:spChg>
        <pc:spChg chg="mod">
          <ac:chgData name="Yonela Gingqi" userId="9d9a8bbbae7db811" providerId="LiveId" clId="{8A4B8890-8CB8-4AE3-86FD-908514E03446}" dt="2024-05-20T18:09:25.624" v="3369"/>
          <ac:spMkLst>
            <pc:docMk/>
            <pc:sldMk cId="1941619646" sldId="317"/>
            <ac:spMk id="4" creationId="{C82CE1B8-1C92-D6D2-444B-652DB90E86D1}"/>
          </ac:spMkLst>
        </pc:spChg>
        <pc:spChg chg="add del mod">
          <ac:chgData name="Yonela Gingqi" userId="9d9a8bbbae7db811" providerId="LiveId" clId="{8A4B8890-8CB8-4AE3-86FD-908514E03446}" dt="2024-05-19T18:23:54.112" v="1237" actId="931"/>
          <ac:spMkLst>
            <pc:docMk/>
            <pc:sldMk cId="1941619646" sldId="317"/>
            <ac:spMk id="5" creationId="{DAB34092-2968-E43B-B521-C3F48CBE4938}"/>
          </ac:spMkLst>
        </pc:spChg>
        <pc:spChg chg="add del mod">
          <ac:chgData name="Yonela Gingqi" userId="9d9a8bbbae7db811" providerId="LiveId" clId="{8A4B8890-8CB8-4AE3-86FD-908514E03446}" dt="2024-05-19T18:24:11.618" v="1239" actId="931"/>
          <ac:spMkLst>
            <pc:docMk/>
            <pc:sldMk cId="1941619646" sldId="317"/>
            <ac:spMk id="9" creationId="{EB373857-0A4B-8E5A-9B31-3E6D1986DB4A}"/>
          </ac:spMkLst>
        </pc:spChg>
        <pc:spChg chg="del">
          <ac:chgData name="Yonela Gingqi" userId="9d9a8bbbae7db811" providerId="LiveId" clId="{8A4B8890-8CB8-4AE3-86FD-908514E03446}" dt="2024-05-19T18:38:14.824" v="1704" actId="478"/>
          <ac:spMkLst>
            <pc:docMk/>
            <pc:sldMk cId="1941619646" sldId="317"/>
            <ac:spMk id="13" creationId="{58AC0C8B-8A7A-9FAE-2D0F-4D1C3A8C3FA5}"/>
          </ac:spMkLst>
        </pc:spChg>
        <pc:spChg chg="mod">
          <ac:chgData name="Yonela Gingqi" userId="9d9a8bbbae7db811" providerId="LiveId" clId="{8A4B8890-8CB8-4AE3-86FD-908514E03446}" dt="2024-05-19T19:34:07.511" v="2780" actId="20577"/>
          <ac:spMkLst>
            <pc:docMk/>
            <pc:sldMk cId="1941619646" sldId="317"/>
            <ac:spMk id="14" creationId="{749C7CD1-A9AA-49E3-6734-AD9546F2DF5B}"/>
          </ac:spMkLst>
        </pc:spChg>
        <pc:spChg chg="add del mod">
          <ac:chgData name="Yonela Gingqi" userId="9d9a8bbbae7db811" providerId="LiveId" clId="{8A4B8890-8CB8-4AE3-86FD-908514E03446}" dt="2024-05-19T18:38:16.987" v="1705" actId="478"/>
          <ac:spMkLst>
            <pc:docMk/>
            <pc:sldMk cId="1941619646" sldId="317"/>
            <ac:spMk id="16" creationId="{26E553C4-5B85-34F1-0652-2598E0744D67}"/>
          </ac:spMkLst>
        </pc:spChg>
        <pc:picChg chg="add del mod">
          <ac:chgData name="Yonela Gingqi" userId="9d9a8bbbae7db811" providerId="LiveId" clId="{8A4B8890-8CB8-4AE3-86FD-908514E03446}" dt="2024-05-19T18:24:02.308" v="1238" actId="478"/>
          <ac:picMkLst>
            <pc:docMk/>
            <pc:sldMk cId="1941619646" sldId="317"/>
            <ac:picMk id="7" creationId="{5DE09CBC-D5D3-A6BD-4D2C-57CA20D59AA1}"/>
          </ac:picMkLst>
        </pc:picChg>
        <pc:picChg chg="del">
          <ac:chgData name="Yonela Gingqi" userId="9d9a8bbbae7db811" providerId="LiveId" clId="{8A4B8890-8CB8-4AE3-86FD-908514E03446}" dt="2024-05-19T18:23:24.417" v="1236" actId="478"/>
          <ac:picMkLst>
            <pc:docMk/>
            <pc:sldMk cId="1941619646" sldId="317"/>
            <ac:picMk id="10" creationId="{DD0A0899-5B02-CEB5-E5DD-448B169C2377}"/>
          </ac:picMkLst>
        </pc:picChg>
        <pc:picChg chg="add mod">
          <ac:chgData name="Yonela Gingqi" userId="9d9a8bbbae7db811" providerId="LiveId" clId="{8A4B8890-8CB8-4AE3-86FD-908514E03446}" dt="2024-05-21T03:21:35.024" v="3674" actId="1076"/>
          <ac:picMkLst>
            <pc:docMk/>
            <pc:sldMk cId="1941619646" sldId="317"/>
            <ac:picMk id="12" creationId="{92CFB498-B68B-15B6-A324-D588DABE7F69}"/>
          </ac:picMkLst>
        </pc:picChg>
      </pc:sldChg>
      <pc:sldChg chg="addSp delSp modSp del mod ord">
        <pc:chgData name="Yonela Gingqi" userId="9d9a8bbbae7db811" providerId="LiveId" clId="{8A4B8890-8CB8-4AE3-86FD-908514E03446}" dt="2024-05-19T18:55:08.286" v="2600" actId="47"/>
        <pc:sldMkLst>
          <pc:docMk/>
          <pc:sldMk cId="4072101725" sldId="318"/>
        </pc:sldMkLst>
        <pc:spChg chg="del mod">
          <ac:chgData name="Yonela Gingqi" userId="9d9a8bbbae7db811" providerId="LiveId" clId="{8A4B8890-8CB8-4AE3-86FD-908514E03446}" dt="2024-05-19T18:52:42.043" v="2465" actId="21"/>
          <ac:spMkLst>
            <pc:docMk/>
            <pc:sldMk cId="4072101725" sldId="318"/>
            <ac:spMk id="3" creationId="{9443EC8A-1733-CCF7-081F-EB4667CB3285}"/>
          </ac:spMkLst>
        </pc:spChg>
        <pc:spChg chg="del mod">
          <ac:chgData name="Yonela Gingqi" userId="9d9a8bbbae7db811" providerId="LiveId" clId="{8A4B8890-8CB8-4AE3-86FD-908514E03446}" dt="2024-05-19T18:40:20.833" v="1776" actId="931"/>
          <ac:spMkLst>
            <pc:docMk/>
            <pc:sldMk cId="4072101725" sldId="318"/>
            <ac:spMk id="4" creationId="{ACE55D3D-AA24-CF53-6679-29B3C83F7646}"/>
          </ac:spMkLst>
        </pc:spChg>
        <pc:spChg chg="add del mod">
          <ac:chgData name="Yonela Gingqi" userId="9d9a8bbbae7db811" providerId="LiveId" clId="{8A4B8890-8CB8-4AE3-86FD-908514E03446}" dt="2024-05-19T18:39:29.459" v="1741" actId="931"/>
          <ac:spMkLst>
            <pc:docMk/>
            <pc:sldMk cId="4072101725" sldId="318"/>
            <ac:spMk id="6" creationId="{3546F944-9BCD-2132-AC5B-7025C89F87CA}"/>
          </ac:spMkLst>
        </pc:spChg>
        <pc:spChg chg="add mod">
          <ac:chgData name="Yonela Gingqi" userId="9d9a8bbbae7db811" providerId="LiveId" clId="{8A4B8890-8CB8-4AE3-86FD-908514E03446}" dt="2024-05-19T18:51:33.594" v="2456" actId="21"/>
          <ac:spMkLst>
            <pc:docMk/>
            <pc:sldMk cId="4072101725" sldId="318"/>
            <ac:spMk id="13" creationId="{3AB27DDB-9E41-4BC0-20A3-EF74C8EAFC22}"/>
          </ac:spMkLst>
        </pc:spChg>
        <pc:spChg chg="add mod">
          <ac:chgData name="Yonela Gingqi" userId="9d9a8bbbae7db811" providerId="LiveId" clId="{8A4B8890-8CB8-4AE3-86FD-908514E03446}" dt="2024-05-19T18:52:42.043" v="2465" actId="21"/>
          <ac:spMkLst>
            <pc:docMk/>
            <pc:sldMk cId="4072101725" sldId="318"/>
            <ac:spMk id="15" creationId="{FE11C39A-CAFD-7EAA-BD22-2F8C8B089243}"/>
          </ac:spMkLst>
        </pc:spChg>
        <pc:picChg chg="del">
          <ac:chgData name="Yonela Gingqi" userId="9d9a8bbbae7db811" providerId="LiveId" clId="{8A4B8890-8CB8-4AE3-86FD-908514E03446}" dt="2024-05-19T18:39:22.166" v="1740" actId="478"/>
          <ac:picMkLst>
            <pc:docMk/>
            <pc:sldMk cId="4072101725" sldId="318"/>
            <ac:picMk id="7" creationId="{C570EB79-053B-0283-9D2D-6266701EEDDD}"/>
          </ac:picMkLst>
        </pc:picChg>
        <pc:picChg chg="add mod">
          <ac:chgData name="Yonela Gingqi" userId="9d9a8bbbae7db811" providerId="LiveId" clId="{8A4B8890-8CB8-4AE3-86FD-908514E03446}" dt="2024-05-19T18:39:36.258" v="1742" actId="27614"/>
          <ac:picMkLst>
            <pc:docMk/>
            <pc:sldMk cId="4072101725" sldId="318"/>
            <ac:picMk id="9" creationId="{152B0DB0-C986-CE0B-F59F-95889013ABD0}"/>
          </ac:picMkLst>
        </pc:picChg>
        <pc:picChg chg="add del mod modCrop">
          <ac:chgData name="Yonela Gingqi" userId="9d9a8bbbae7db811" providerId="LiveId" clId="{8A4B8890-8CB8-4AE3-86FD-908514E03446}" dt="2024-05-19T18:51:33.594" v="2456" actId="21"/>
          <ac:picMkLst>
            <pc:docMk/>
            <pc:sldMk cId="4072101725" sldId="318"/>
            <ac:picMk id="11" creationId="{51B5E7DE-3124-3A7C-54A2-636C721CFC81}"/>
          </ac:picMkLst>
        </pc:picChg>
      </pc:sldChg>
      <pc:sldChg chg="addSp delSp modSp mod ord">
        <pc:chgData name="Yonela Gingqi" userId="9d9a8bbbae7db811" providerId="LiveId" clId="{8A4B8890-8CB8-4AE3-86FD-908514E03446}" dt="2024-05-20T18:47:54.753" v="3466" actId="14100"/>
        <pc:sldMkLst>
          <pc:docMk/>
          <pc:sldMk cId="3969996159" sldId="319"/>
        </pc:sldMkLst>
        <pc:spChg chg="mod">
          <ac:chgData name="Yonela Gingqi" userId="9d9a8bbbae7db811" providerId="LiveId" clId="{8A4B8890-8CB8-4AE3-86FD-908514E03446}" dt="2024-05-20T18:09:25.624" v="3369"/>
          <ac:spMkLst>
            <pc:docMk/>
            <pc:sldMk cId="3969996159" sldId="319"/>
            <ac:spMk id="2" creationId="{A913EEC9-16E3-6C86-97D0-A7EC7EA09CDA}"/>
          </ac:spMkLst>
        </pc:spChg>
        <pc:spChg chg="del">
          <ac:chgData name="Yonela Gingqi" userId="9d9a8bbbae7db811" providerId="LiveId" clId="{8A4B8890-8CB8-4AE3-86FD-908514E03446}" dt="2024-05-19T18:42:16.615" v="1809" actId="478"/>
          <ac:spMkLst>
            <pc:docMk/>
            <pc:sldMk cId="3969996159" sldId="319"/>
            <ac:spMk id="4" creationId="{97DCC342-9FD1-7055-EAAC-008DC851B13F}"/>
          </ac:spMkLst>
        </pc:spChg>
        <pc:spChg chg="del">
          <ac:chgData name="Yonela Gingqi" userId="9d9a8bbbae7db811" providerId="LiveId" clId="{8A4B8890-8CB8-4AE3-86FD-908514E03446}" dt="2024-05-19T18:42:30.451" v="1811" actId="478"/>
          <ac:spMkLst>
            <pc:docMk/>
            <pc:sldMk cId="3969996159" sldId="319"/>
            <ac:spMk id="5" creationId="{2136FCF6-982C-CC37-9625-3EBFC7E7DD13}"/>
          </ac:spMkLst>
        </pc:spChg>
        <pc:spChg chg="add del mod">
          <ac:chgData name="Yonela Gingqi" userId="9d9a8bbbae7db811" providerId="LiveId" clId="{8A4B8890-8CB8-4AE3-86FD-908514E03446}" dt="2024-05-19T18:42:20.490" v="1810" actId="478"/>
          <ac:spMkLst>
            <pc:docMk/>
            <pc:sldMk cId="3969996159" sldId="319"/>
            <ac:spMk id="7" creationId="{4991019B-7127-9EA3-9DEB-16E9709B5133}"/>
          </ac:spMkLst>
        </pc:spChg>
        <pc:spChg chg="add del mod">
          <ac:chgData name="Yonela Gingqi" userId="9d9a8bbbae7db811" providerId="LiveId" clId="{8A4B8890-8CB8-4AE3-86FD-908514E03446}" dt="2024-05-19T18:42:33.285" v="1812" actId="478"/>
          <ac:spMkLst>
            <pc:docMk/>
            <pc:sldMk cId="3969996159" sldId="319"/>
            <ac:spMk id="9" creationId="{D3AAC7CA-A5EA-61FE-A2B7-DFC63F2DA5C5}"/>
          </ac:spMkLst>
        </pc:spChg>
        <pc:spChg chg="add del mod">
          <ac:chgData name="Yonela Gingqi" userId="9d9a8bbbae7db811" providerId="LiveId" clId="{8A4B8890-8CB8-4AE3-86FD-908514E03446}" dt="2024-05-19T18:42:50.089" v="1815" actId="931"/>
          <ac:spMkLst>
            <pc:docMk/>
            <pc:sldMk cId="3969996159" sldId="319"/>
            <ac:spMk id="11" creationId="{423BEEDE-6BA5-F2C5-49D2-95E91E91C596}"/>
          </ac:spMkLst>
        </pc:spChg>
        <pc:spChg chg="add mod">
          <ac:chgData name="Yonela Gingqi" userId="9d9a8bbbae7db811" providerId="LiveId" clId="{8A4B8890-8CB8-4AE3-86FD-908514E03446}" dt="2024-05-20T18:12:21.525" v="3374" actId="207"/>
          <ac:spMkLst>
            <pc:docMk/>
            <pc:sldMk cId="3969996159" sldId="319"/>
            <ac:spMk id="14" creationId="{7D76FED9-42DB-76BB-2E0F-3B6AFF84E1BF}"/>
          </ac:spMkLst>
        </pc:spChg>
        <pc:graphicFrameChg chg="del mod">
          <ac:chgData name="Yonela Gingqi" userId="9d9a8bbbae7db811" providerId="LiveId" clId="{8A4B8890-8CB8-4AE3-86FD-908514E03446}" dt="2024-05-19T18:42:41.121" v="1814" actId="478"/>
          <ac:graphicFrameMkLst>
            <pc:docMk/>
            <pc:sldMk cId="3969996159" sldId="319"/>
            <ac:graphicFrameMk id="6" creationId="{4DB3991E-0605-C20E-53AD-D64E13638DA5}"/>
          </ac:graphicFrameMkLst>
        </pc:graphicFrameChg>
        <pc:picChg chg="add mod">
          <ac:chgData name="Yonela Gingqi" userId="9d9a8bbbae7db811" providerId="LiveId" clId="{8A4B8890-8CB8-4AE3-86FD-908514E03446}" dt="2024-05-20T18:47:54.753" v="3466" actId="14100"/>
          <ac:picMkLst>
            <pc:docMk/>
            <pc:sldMk cId="3969996159" sldId="319"/>
            <ac:picMk id="13" creationId="{ABD4220F-4371-0A02-3545-8AFFAB59CEAA}"/>
          </ac:picMkLst>
        </pc:picChg>
      </pc:sldChg>
      <pc:sldChg chg="addSp delSp modSp mod ord">
        <pc:chgData name="Yonela Gingqi" userId="9d9a8bbbae7db811" providerId="LiveId" clId="{8A4B8890-8CB8-4AE3-86FD-908514E03446}" dt="2024-05-20T18:47:37.946" v="3463" actId="1076"/>
        <pc:sldMkLst>
          <pc:docMk/>
          <pc:sldMk cId="2498021601" sldId="321"/>
        </pc:sldMkLst>
        <pc:spChg chg="mod">
          <ac:chgData name="Yonela Gingqi" userId="9d9a8bbbae7db811" providerId="LiveId" clId="{8A4B8890-8CB8-4AE3-86FD-908514E03446}" dt="2024-05-20T18:09:25.624" v="3369"/>
          <ac:spMkLst>
            <pc:docMk/>
            <pc:sldMk cId="2498021601" sldId="321"/>
            <ac:spMk id="2" creationId="{1DCFAD14-1AAA-8CDA-A49B-523FD6C66F35}"/>
          </ac:spMkLst>
        </pc:spChg>
        <pc:spChg chg="del">
          <ac:chgData name="Yonela Gingqi" userId="9d9a8bbbae7db811" providerId="LiveId" clId="{8A4B8890-8CB8-4AE3-86FD-908514E03446}" dt="2024-05-19T18:46:33.256" v="2111" actId="478"/>
          <ac:spMkLst>
            <pc:docMk/>
            <pc:sldMk cId="2498021601" sldId="321"/>
            <ac:spMk id="3" creationId="{38D62608-F5E4-7EC0-5EF0-4F988DDDEC5B}"/>
          </ac:spMkLst>
        </pc:spChg>
        <pc:spChg chg="add del mod">
          <ac:chgData name="Yonela Gingqi" userId="9d9a8bbbae7db811" providerId="LiveId" clId="{8A4B8890-8CB8-4AE3-86FD-908514E03446}" dt="2024-05-19T18:46:36.299" v="2112" actId="478"/>
          <ac:spMkLst>
            <pc:docMk/>
            <pc:sldMk cId="2498021601" sldId="321"/>
            <ac:spMk id="5" creationId="{1BDF3B19-27B4-D31B-963D-A9B6ACF3C3EB}"/>
          </ac:spMkLst>
        </pc:spChg>
        <pc:spChg chg="add del mod">
          <ac:chgData name="Yonela Gingqi" userId="9d9a8bbbae7db811" providerId="LiveId" clId="{8A4B8890-8CB8-4AE3-86FD-908514E03446}" dt="2024-05-19T18:46:56.913" v="2114" actId="931"/>
          <ac:spMkLst>
            <pc:docMk/>
            <pc:sldMk cId="2498021601" sldId="321"/>
            <ac:spMk id="7" creationId="{028029BC-F809-634F-6E82-8C0E913F87A0}"/>
          </ac:spMkLst>
        </pc:spChg>
        <pc:spChg chg="del">
          <ac:chgData name="Yonela Gingqi" userId="9d9a8bbbae7db811" providerId="LiveId" clId="{8A4B8890-8CB8-4AE3-86FD-908514E03446}" dt="2024-05-19T18:46:44.803" v="2113" actId="478"/>
          <ac:spMkLst>
            <pc:docMk/>
            <pc:sldMk cId="2498021601" sldId="321"/>
            <ac:spMk id="12" creationId="{288BD9B8-D6A6-D55A-830D-4D3CC2DC3933}"/>
          </ac:spMkLst>
        </pc:spChg>
        <pc:spChg chg="mod">
          <ac:chgData name="Yonela Gingqi" userId="9d9a8bbbae7db811" providerId="LiveId" clId="{8A4B8890-8CB8-4AE3-86FD-908514E03446}" dt="2024-05-19T18:50:35.062" v="2452" actId="20577"/>
          <ac:spMkLst>
            <pc:docMk/>
            <pc:sldMk cId="2498021601" sldId="321"/>
            <ac:spMk id="13" creationId="{0853098E-C088-D323-4BF2-987893F262F6}"/>
          </ac:spMkLst>
        </pc:spChg>
        <pc:picChg chg="add mod">
          <ac:chgData name="Yonela Gingqi" userId="9d9a8bbbae7db811" providerId="LiveId" clId="{8A4B8890-8CB8-4AE3-86FD-908514E03446}" dt="2024-05-20T18:47:37.946" v="3463" actId="1076"/>
          <ac:picMkLst>
            <pc:docMk/>
            <pc:sldMk cId="2498021601" sldId="321"/>
            <ac:picMk id="9" creationId="{4D4EC545-3F1F-FA51-EBD0-470A9C86F8BC}"/>
          </ac:picMkLst>
        </pc:picChg>
      </pc:sldChg>
      <pc:sldChg chg="addSp delSp modSp mod">
        <pc:chgData name="Yonela Gingqi" userId="9d9a8bbbae7db811" providerId="LiveId" clId="{8A4B8890-8CB8-4AE3-86FD-908514E03446}" dt="2024-05-20T18:13:08.796" v="3376" actId="207"/>
        <pc:sldMkLst>
          <pc:docMk/>
          <pc:sldMk cId="1686213229" sldId="322"/>
        </pc:sldMkLst>
        <pc:spChg chg="del">
          <ac:chgData name="Yonela Gingqi" userId="9d9a8bbbae7db811" providerId="LiveId" clId="{8A4B8890-8CB8-4AE3-86FD-908514E03446}" dt="2024-05-19T18:55:33.813" v="2601" actId="478"/>
          <ac:spMkLst>
            <pc:docMk/>
            <pc:sldMk cId="1686213229" sldId="322"/>
            <ac:spMk id="2" creationId="{4730A324-0737-F0DA-1F7D-10CBE06D7C3F}"/>
          </ac:spMkLst>
        </pc:spChg>
        <pc:spChg chg="mod">
          <ac:chgData name="Yonela Gingqi" userId="9d9a8bbbae7db811" providerId="LiveId" clId="{8A4B8890-8CB8-4AE3-86FD-908514E03446}" dt="2024-05-20T18:09:25.624" v="3369"/>
          <ac:spMkLst>
            <pc:docMk/>
            <pc:sldMk cId="1686213229" sldId="322"/>
            <ac:spMk id="3" creationId="{AC21286A-7B29-3B58-1636-0F45723890AB}"/>
          </ac:spMkLst>
        </pc:spChg>
        <pc:spChg chg="add del mod">
          <ac:chgData name="Yonela Gingqi" userId="9d9a8bbbae7db811" providerId="LiveId" clId="{8A4B8890-8CB8-4AE3-86FD-908514E03446}" dt="2024-05-20T03:38:03.908" v="2926" actId="931"/>
          <ac:spMkLst>
            <pc:docMk/>
            <pc:sldMk cId="1686213229" sldId="322"/>
            <ac:spMk id="4" creationId="{814D8076-5163-A7E2-C56A-F6051B6AEA5B}"/>
          </ac:spMkLst>
        </pc:spChg>
        <pc:spChg chg="add del mod">
          <ac:chgData name="Yonela Gingqi" userId="9d9a8bbbae7db811" providerId="LiveId" clId="{8A4B8890-8CB8-4AE3-86FD-908514E03446}" dt="2024-05-19T18:55:36.103" v="2602" actId="478"/>
          <ac:spMkLst>
            <pc:docMk/>
            <pc:sldMk cId="1686213229" sldId="322"/>
            <ac:spMk id="6" creationId="{7F31A601-5DA3-937C-9A38-B500115217A0}"/>
          </ac:spMkLst>
        </pc:spChg>
        <pc:spChg chg="add del mod">
          <ac:chgData name="Yonela Gingqi" userId="9d9a8bbbae7db811" providerId="LiveId" clId="{8A4B8890-8CB8-4AE3-86FD-908514E03446}" dt="2024-05-19T18:55:58.837" v="2605" actId="931"/>
          <ac:spMkLst>
            <pc:docMk/>
            <pc:sldMk cId="1686213229" sldId="322"/>
            <ac:spMk id="8" creationId="{C9F2D684-505C-FCF4-EECA-EF59D0215FAE}"/>
          </ac:spMkLst>
        </pc:spChg>
        <pc:spChg chg="add del mod">
          <ac:chgData name="Yonela Gingqi" userId="9d9a8bbbae7db811" providerId="LiveId" clId="{8A4B8890-8CB8-4AE3-86FD-908514E03446}" dt="2024-05-20T03:38:25.358" v="2928" actId="931"/>
          <ac:spMkLst>
            <pc:docMk/>
            <pc:sldMk cId="1686213229" sldId="322"/>
            <ac:spMk id="8" creationId="{E704130C-350E-F9A5-6DB5-E4DF5CBEE3C5}"/>
          </ac:spMkLst>
        </pc:spChg>
        <pc:spChg chg="add mod">
          <ac:chgData name="Yonela Gingqi" userId="9d9a8bbbae7db811" providerId="LiveId" clId="{8A4B8890-8CB8-4AE3-86FD-908514E03446}" dt="2024-05-20T18:13:08.796" v="3376" actId="207"/>
          <ac:spMkLst>
            <pc:docMk/>
            <pc:sldMk cId="1686213229" sldId="322"/>
            <ac:spMk id="11" creationId="{CD136250-A060-CE03-321E-2DBE6BCA7ED8}"/>
          </ac:spMkLst>
        </pc:spChg>
        <pc:graphicFrameChg chg="del mod">
          <ac:chgData name="Yonela Gingqi" userId="9d9a8bbbae7db811" providerId="LiveId" clId="{8A4B8890-8CB8-4AE3-86FD-908514E03446}" dt="2024-05-19T18:55:45.072" v="2604" actId="478"/>
          <ac:graphicFrameMkLst>
            <pc:docMk/>
            <pc:sldMk cId="1686213229" sldId="322"/>
            <ac:graphicFrameMk id="5" creationId="{AC0C7FF8-9CAF-6C67-C1E5-AF40401D0B3D}"/>
          </ac:graphicFrameMkLst>
        </pc:graphicFrameChg>
        <pc:picChg chg="add del mod">
          <ac:chgData name="Yonela Gingqi" userId="9d9a8bbbae7db811" providerId="LiveId" clId="{8A4B8890-8CB8-4AE3-86FD-908514E03446}" dt="2024-05-20T03:38:07.329" v="2927" actId="478"/>
          <ac:picMkLst>
            <pc:docMk/>
            <pc:sldMk cId="1686213229" sldId="322"/>
            <ac:picMk id="6" creationId="{69734231-CF08-B47D-1B5D-05C050100197}"/>
          </ac:picMkLst>
        </pc:picChg>
        <pc:picChg chg="add del mod">
          <ac:chgData name="Yonela Gingqi" userId="9d9a8bbbae7db811" providerId="LiveId" clId="{8A4B8890-8CB8-4AE3-86FD-908514E03446}" dt="2024-05-20T03:37:40.152" v="2925" actId="478"/>
          <ac:picMkLst>
            <pc:docMk/>
            <pc:sldMk cId="1686213229" sldId="322"/>
            <ac:picMk id="10" creationId="{0CD0CC88-FF9F-C600-CA63-7691AE0E341B}"/>
          </ac:picMkLst>
        </pc:picChg>
        <pc:picChg chg="add mod">
          <ac:chgData name="Yonela Gingqi" userId="9d9a8bbbae7db811" providerId="LiveId" clId="{8A4B8890-8CB8-4AE3-86FD-908514E03446}" dt="2024-05-20T03:38:43.457" v="2934" actId="14100"/>
          <ac:picMkLst>
            <pc:docMk/>
            <pc:sldMk cId="1686213229" sldId="322"/>
            <ac:picMk id="12" creationId="{4702C230-7741-B98D-EB4E-5CB025A793FE}"/>
          </ac:picMkLst>
        </pc:picChg>
      </pc:sldChg>
      <pc:sldChg chg="addSp modSp mod">
        <pc:chgData name="Yonela Gingqi" userId="9d9a8bbbae7db811" providerId="LiveId" clId="{8A4B8890-8CB8-4AE3-86FD-908514E03446}" dt="2024-05-21T03:09:22.777" v="3673" actId="255"/>
        <pc:sldMkLst>
          <pc:docMk/>
          <pc:sldMk cId="1789767074" sldId="323"/>
        </pc:sldMkLst>
        <pc:spChg chg="mod">
          <ac:chgData name="Yonela Gingqi" userId="9d9a8bbbae7db811" providerId="LiveId" clId="{8A4B8890-8CB8-4AE3-86FD-908514E03446}" dt="2024-05-21T03:09:22.777" v="3673" actId="255"/>
          <ac:spMkLst>
            <pc:docMk/>
            <pc:sldMk cId="1789767074" sldId="323"/>
            <ac:spMk id="3" creationId="{A21FE8EC-9DC2-0161-46B4-C2A8EF25C063}"/>
          </ac:spMkLst>
        </pc:spChg>
        <pc:spChg chg="mod">
          <ac:chgData name="Yonela Gingqi" userId="9d9a8bbbae7db811" providerId="LiveId" clId="{8A4B8890-8CB8-4AE3-86FD-908514E03446}" dt="2024-05-20T18:13:56.327" v="3379" actId="207"/>
          <ac:spMkLst>
            <pc:docMk/>
            <pc:sldMk cId="1789767074" sldId="323"/>
            <ac:spMk id="4" creationId="{E789B90F-A1DD-655B-8E4E-65288DE70E84}"/>
          </ac:spMkLst>
        </pc:spChg>
        <pc:spChg chg="mod">
          <ac:chgData name="Yonela Gingqi" userId="9d9a8bbbae7db811" providerId="LiveId" clId="{8A4B8890-8CB8-4AE3-86FD-908514E03446}" dt="2024-05-20T18:14:10.932" v="3380" actId="207"/>
          <ac:spMkLst>
            <pc:docMk/>
            <pc:sldMk cId="1789767074" sldId="323"/>
            <ac:spMk id="5" creationId="{9F0B5B0A-A050-D337-52CC-C4E7274C24B7}"/>
          </ac:spMkLst>
        </pc:spChg>
        <pc:spChg chg="mod">
          <ac:chgData name="Yonela Gingqi" userId="9d9a8bbbae7db811" providerId="LiveId" clId="{8A4B8890-8CB8-4AE3-86FD-908514E03446}" dt="2024-05-20T18:14:16.711" v="3381" actId="207"/>
          <ac:spMkLst>
            <pc:docMk/>
            <pc:sldMk cId="1789767074" sldId="323"/>
            <ac:spMk id="6" creationId="{3D4E2E78-21DC-0C1E-2516-98B90204BDFC}"/>
          </ac:spMkLst>
        </pc:spChg>
        <pc:spChg chg="mod">
          <ac:chgData name="Yonela Gingqi" userId="9d9a8bbbae7db811" providerId="LiveId" clId="{8A4B8890-8CB8-4AE3-86FD-908514E03446}" dt="2024-05-20T18:14:25.412" v="3382" actId="207"/>
          <ac:spMkLst>
            <pc:docMk/>
            <pc:sldMk cId="1789767074" sldId="323"/>
            <ac:spMk id="7" creationId="{611A0B81-2F44-EFD7-4965-9176BB85D5D8}"/>
          </ac:spMkLst>
        </pc:spChg>
        <pc:spChg chg="add mod">
          <ac:chgData name="Yonela Gingqi" userId="9d9a8bbbae7db811" providerId="LiveId" clId="{8A4B8890-8CB8-4AE3-86FD-908514E03446}" dt="2024-05-21T02:59:15.627" v="3668" actId="1076"/>
          <ac:spMkLst>
            <pc:docMk/>
            <pc:sldMk cId="1789767074" sldId="323"/>
            <ac:spMk id="8" creationId="{D54EDA75-0988-2AC2-87F8-8DEC83A7B9CA}"/>
          </ac:spMkLst>
        </pc:spChg>
      </pc:sldChg>
      <pc:sldChg chg="addSp delSp modSp add mod ord">
        <pc:chgData name="Yonela Gingqi" userId="9d9a8bbbae7db811" providerId="LiveId" clId="{8A4B8890-8CB8-4AE3-86FD-908514E03446}" dt="2024-05-20T18:17:34.970" v="3395" actId="478"/>
        <pc:sldMkLst>
          <pc:docMk/>
          <pc:sldMk cId="3414416676" sldId="324"/>
        </pc:sldMkLst>
        <pc:spChg chg="del">
          <ac:chgData name="Yonela Gingqi" userId="9d9a8bbbae7db811" providerId="LiveId" clId="{8A4B8890-8CB8-4AE3-86FD-908514E03446}" dt="2024-05-19T18:51:50.783" v="2459" actId="478"/>
          <ac:spMkLst>
            <pc:docMk/>
            <pc:sldMk cId="3414416676" sldId="324"/>
            <ac:spMk id="2" creationId="{509D22C5-0C9E-B582-A8FE-B45E70A01E7F}"/>
          </ac:spMkLst>
        </pc:spChg>
        <pc:spChg chg="del">
          <ac:chgData name="Yonela Gingqi" userId="9d9a8bbbae7db811" providerId="LiveId" clId="{8A4B8890-8CB8-4AE3-86FD-908514E03446}" dt="2024-05-19T18:51:42.960" v="2457" actId="478"/>
          <ac:spMkLst>
            <pc:docMk/>
            <pc:sldMk cId="3414416676" sldId="324"/>
            <ac:spMk id="3" creationId="{D8B5CEF2-E667-BBB5-2EA6-C06F93B6DE12}"/>
          </ac:spMkLst>
        </pc:spChg>
        <pc:spChg chg="add del mod">
          <ac:chgData name="Yonela Gingqi" userId="9d9a8bbbae7db811" providerId="LiveId" clId="{8A4B8890-8CB8-4AE3-86FD-908514E03446}" dt="2024-05-19T18:51:45.019" v="2458" actId="478"/>
          <ac:spMkLst>
            <pc:docMk/>
            <pc:sldMk cId="3414416676" sldId="324"/>
            <ac:spMk id="5" creationId="{8D5A1190-B7DA-F5C9-4FB6-8841BE36F299}"/>
          </ac:spMkLst>
        </pc:spChg>
        <pc:spChg chg="add del mod">
          <ac:chgData name="Yonela Gingqi" userId="9d9a8bbbae7db811" providerId="LiveId" clId="{8A4B8890-8CB8-4AE3-86FD-908514E03446}" dt="2024-05-19T18:51:59.939" v="2461" actId="478"/>
          <ac:spMkLst>
            <pc:docMk/>
            <pc:sldMk cId="3414416676" sldId="324"/>
            <ac:spMk id="7" creationId="{1E161ACD-0377-CFC5-5806-40BE93ED30F5}"/>
          </ac:spMkLst>
        </pc:spChg>
        <pc:spChg chg="add mod">
          <ac:chgData name="Yonela Gingqi" userId="9d9a8bbbae7db811" providerId="LiveId" clId="{8A4B8890-8CB8-4AE3-86FD-908514E03446}" dt="2024-05-19T18:53:00.957" v="2470" actId="14100"/>
          <ac:spMkLst>
            <pc:docMk/>
            <pc:sldMk cId="3414416676" sldId="324"/>
            <ac:spMk id="8" creationId="{9443EC8A-1733-CCF7-081F-EB4667CB3285}"/>
          </ac:spMkLst>
        </pc:spChg>
        <pc:picChg chg="add del mod">
          <ac:chgData name="Yonela Gingqi" userId="9d9a8bbbae7db811" providerId="LiveId" clId="{8A4B8890-8CB8-4AE3-86FD-908514E03446}" dt="2024-05-20T18:17:34.970" v="3395" actId="478"/>
          <ac:picMkLst>
            <pc:docMk/>
            <pc:sldMk cId="3414416676" sldId="324"/>
            <ac:picMk id="11" creationId="{51B5E7DE-3124-3A7C-54A2-636C721CFC81}"/>
          </ac:picMkLst>
        </pc:picChg>
      </pc:sldChg>
      <pc:sldChg chg="addSp delSp modSp add mod ord">
        <pc:chgData name="Yonela Gingqi" userId="9d9a8bbbae7db811" providerId="LiveId" clId="{8A4B8890-8CB8-4AE3-86FD-908514E03446}" dt="2024-05-20T18:09:25.624" v="3369"/>
        <pc:sldMkLst>
          <pc:docMk/>
          <pc:sldMk cId="1222828094" sldId="325"/>
        </pc:sldMkLst>
        <pc:spChg chg="mod">
          <ac:chgData name="Yonela Gingqi" userId="9d9a8bbbae7db811" providerId="LiveId" clId="{8A4B8890-8CB8-4AE3-86FD-908514E03446}" dt="2024-05-20T18:09:25.624" v="3369"/>
          <ac:spMkLst>
            <pc:docMk/>
            <pc:sldMk cId="1222828094" sldId="325"/>
            <ac:spMk id="2" creationId="{1DCFAD14-1AAA-8CDA-A49B-523FD6C66F35}"/>
          </ac:spMkLst>
        </pc:spChg>
        <pc:spChg chg="add del mod">
          <ac:chgData name="Yonela Gingqi" userId="9d9a8bbbae7db811" providerId="LiveId" clId="{8A4B8890-8CB8-4AE3-86FD-908514E03446}" dt="2024-05-19T18:53:53.336" v="2476" actId="931"/>
          <ac:spMkLst>
            <pc:docMk/>
            <pc:sldMk cId="1222828094" sldId="325"/>
            <ac:spMk id="4" creationId="{E85B39EA-8578-C910-C4F3-FB5F2B4B5CD0}"/>
          </ac:spMkLst>
        </pc:spChg>
        <pc:spChg chg="mod">
          <ac:chgData name="Yonela Gingqi" userId="9d9a8bbbae7db811" providerId="LiveId" clId="{8A4B8890-8CB8-4AE3-86FD-908514E03446}" dt="2024-05-19T19:00:11.693" v="2764" actId="20577"/>
          <ac:spMkLst>
            <pc:docMk/>
            <pc:sldMk cId="1222828094" sldId="325"/>
            <ac:spMk id="13" creationId="{0853098E-C088-D323-4BF2-987893F262F6}"/>
          </ac:spMkLst>
        </pc:spChg>
        <pc:picChg chg="add mod">
          <ac:chgData name="Yonela Gingqi" userId="9d9a8bbbae7db811" providerId="LiveId" clId="{8A4B8890-8CB8-4AE3-86FD-908514E03446}" dt="2024-05-19T18:54:52.527" v="2599" actId="14100"/>
          <ac:picMkLst>
            <pc:docMk/>
            <pc:sldMk cId="1222828094" sldId="325"/>
            <ac:picMk id="6" creationId="{845F076E-9B6F-422B-E8B6-5BEF52B7B8B2}"/>
          </ac:picMkLst>
        </pc:picChg>
        <pc:picChg chg="del">
          <ac:chgData name="Yonela Gingqi" userId="9d9a8bbbae7db811" providerId="LiveId" clId="{8A4B8890-8CB8-4AE3-86FD-908514E03446}" dt="2024-05-19T18:53:35.610" v="2474" actId="478"/>
          <ac:picMkLst>
            <pc:docMk/>
            <pc:sldMk cId="1222828094" sldId="325"/>
            <ac:picMk id="9" creationId="{4D4EC545-3F1F-FA51-EBD0-470A9C86F8BC}"/>
          </ac:picMkLst>
        </pc:picChg>
      </pc:sldChg>
      <pc:sldChg chg="addSp delSp modSp add mod ord">
        <pc:chgData name="Yonela Gingqi" userId="9d9a8bbbae7db811" providerId="LiveId" clId="{8A4B8890-8CB8-4AE3-86FD-908514E03446}" dt="2024-05-20T18:18:18.203" v="3397" actId="1076"/>
        <pc:sldMkLst>
          <pc:docMk/>
          <pc:sldMk cId="909505822" sldId="326"/>
        </pc:sldMkLst>
        <pc:spChg chg="mod">
          <ac:chgData name="Yonela Gingqi" userId="9d9a8bbbae7db811" providerId="LiveId" clId="{8A4B8890-8CB8-4AE3-86FD-908514E03446}" dt="2024-05-20T18:09:25.624" v="3369"/>
          <ac:spMkLst>
            <pc:docMk/>
            <pc:sldMk cId="909505822" sldId="326"/>
            <ac:spMk id="2" creationId="{1DCFAD14-1AAA-8CDA-A49B-523FD6C66F35}"/>
          </ac:spMkLst>
        </pc:spChg>
        <pc:spChg chg="add del mod">
          <ac:chgData name="Yonela Gingqi" userId="9d9a8bbbae7db811" providerId="LiveId" clId="{8A4B8890-8CB8-4AE3-86FD-908514E03446}" dt="2024-05-20T03:33:41.099" v="2787" actId="931"/>
          <ac:spMkLst>
            <pc:docMk/>
            <pc:sldMk cId="909505822" sldId="326"/>
            <ac:spMk id="4" creationId="{94FE4A8F-4F89-D2DA-C68E-4E5F66315CC6}"/>
          </ac:spMkLst>
        </pc:spChg>
        <pc:spChg chg="mod">
          <ac:chgData name="Yonela Gingqi" userId="9d9a8bbbae7db811" providerId="LiveId" clId="{8A4B8890-8CB8-4AE3-86FD-908514E03446}" dt="2024-05-20T03:46:29.545" v="3366" actId="20577"/>
          <ac:spMkLst>
            <pc:docMk/>
            <pc:sldMk cId="909505822" sldId="326"/>
            <ac:spMk id="13" creationId="{0853098E-C088-D323-4BF2-987893F262F6}"/>
          </ac:spMkLst>
        </pc:spChg>
        <pc:picChg chg="add mod">
          <ac:chgData name="Yonela Gingqi" userId="9d9a8bbbae7db811" providerId="LiveId" clId="{8A4B8890-8CB8-4AE3-86FD-908514E03446}" dt="2024-05-20T18:18:18.203" v="3397" actId="1076"/>
          <ac:picMkLst>
            <pc:docMk/>
            <pc:sldMk cId="909505822" sldId="326"/>
            <ac:picMk id="6" creationId="{483A5ED0-1EDB-0A04-48B1-C4168C075C57}"/>
          </ac:picMkLst>
        </pc:picChg>
        <pc:picChg chg="add mod">
          <ac:chgData name="Yonela Gingqi" userId="9d9a8bbbae7db811" providerId="LiveId" clId="{8A4B8890-8CB8-4AE3-86FD-908514E03446}" dt="2024-05-20T18:18:03.399" v="3396" actId="1076"/>
          <ac:picMkLst>
            <pc:docMk/>
            <pc:sldMk cId="909505822" sldId="326"/>
            <ac:picMk id="8" creationId="{7A299154-EF58-4211-E287-ACCD5135576F}"/>
          </ac:picMkLst>
        </pc:picChg>
        <pc:picChg chg="del">
          <ac:chgData name="Yonela Gingqi" userId="9d9a8bbbae7db811" providerId="LiveId" clId="{8A4B8890-8CB8-4AE3-86FD-908514E03446}" dt="2024-05-20T03:31:57.734" v="2786" actId="478"/>
          <ac:picMkLst>
            <pc:docMk/>
            <pc:sldMk cId="909505822" sldId="326"/>
            <ac:picMk id="9" creationId="{4D4EC545-3F1F-FA51-EBD0-470A9C86F8BC}"/>
          </ac:picMkLst>
        </pc:picChg>
      </pc:sldChg>
      <pc:sldChg chg="modSp add mod ord">
        <pc:chgData name="Yonela Gingqi" userId="9d9a8bbbae7db811" providerId="LiveId" clId="{8A4B8890-8CB8-4AE3-86FD-908514E03446}" dt="2024-05-20T18:48:16.654" v="3469" actId="14100"/>
        <pc:sldMkLst>
          <pc:docMk/>
          <pc:sldMk cId="544181296" sldId="327"/>
        </pc:sldMkLst>
        <pc:spChg chg="mod">
          <ac:chgData name="Yonela Gingqi" userId="9d9a8bbbae7db811" providerId="LiveId" clId="{8A4B8890-8CB8-4AE3-86FD-908514E03446}" dt="2024-05-20T18:09:25.624" v="3369"/>
          <ac:spMkLst>
            <pc:docMk/>
            <pc:sldMk cId="544181296" sldId="327"/>
            <ac:spMk id="3" creationId="{AC21286A-7B29-3B58-1636-0F45723890AB}"/>
          </ac:spMkLst>
        </pc:spChg>
        <pc:spChg chg="mod">
          <ac:chgData name="Yonela Gingqi" userId="9d9a8bbbae7db811" providerId="LiveId" clId="{8A4B8890-8CB8-4AE3-86FD-908514E03446}" dt="2024-05-20T18:12:56.800" v="3375" actId="207"/>
          <ac:spMkLst>
            <pc:docMk/>
            <pc:sldMk cId="544181296" sldId="327"/>
            <ac:spMk id="11" creationId="{CD136250-A060-CE03-321E-2DBE6BCA7ED8}"/>
          </ac:spMkLst>
        </pc:spChg>
        <pc:picChg chg="mod">
          <ac:chgData name="Yonela Gingqi" userId="9d9a8bbbae7db811" providerId="LiveId" clId="{8A4B8890-8CB8-4AE3-86FD-908514E03446}" dt="2024-05-20T18:48:16.654" v="3469" actId="14100"/>
          <ac:picMkLst>
            <pc:docMk/>
            <pc:sldMk cId="544181296" sldId="327"/>
            <ac:picMk id="10" creationId="{0CD0CC88-FF9F-C600-CA63-7691AE0E341B}"/>
          </ac:picMkLst>
        </pc:picChg>
      </pc:sldChg>
      <pc:sldChg chg="addSp delSp modSp add mod">
        <pc:chgData name="Yonela Gingqi" userId="9d9a8bbbae7db811" providerId="LiveId" clId="{8A4B8890-8CB8-4AE3-86FD-908514E03446}" dt="2024-05-20T18:50:33.337" v="3472" actId="14100"/>
        <pc:sldMkLst>
          <pc:docMk/>
          <pc:sldMk cId="3072383972" sldId="328"/>
        </pc:sldMkLst>
        <pc:spChg chg="mod">
          <ac:chgData name="Yonela Gingqi" userId="9d9a8bbbae7db811" providerId="LiveId" clId="{8A4B8890-8CB8-4AE3-86FD-908514E03446}" dt="2024-05-20T18:09:25.624" v="3369"/>
          <ac:spMkLst>
            <pc:docMk/>
            <pc:sldMk cId="3072383972" sldId="328"/>
            <ac:spMk id="3" creationId="{AC21286A-7B29-3B58-1636-0F45723890AB}"/>
          </ac:spMkLst>
        </pc:spChg>
        <pc:spChg chg="add del mod">
          <ac:chgData name="Yonela Gingqi" userId="9d9a8bbbae7db811" providerId="LiveId" clId="{8A4B8890-8CB8-4AE3-86FD-908514E03446}" dt="2024-05-20T03:41:34.028" v="3061" actId="931"/>
          <ac:spMkLst>
            <pc:docMk/>
            <pc:sldMk cId="3072383972" sldId="328"/>
            <ac:spMk id="4" creationId="{3CD13F44-5C74-A9F1-7A71-F04305D6A287}"/>
          </ac:spMkLst>
        </pc:spChg>
        <pc:spChg chg="mod">
          <ac:chgData name="Yonela Gingqi" userId="9d9a8bbbae7db811" providerId="LiveId" clId="{8A4B8890-8CB8-4AE3-86FD-908514E03446}" dt="2024-05-20T18:13:23.447" v="3377" actId="207"/>
          <ac:spMkLst>
            <pc:docMk/>
            <pc:sldMk cId="3072383972" sldId="328"/>
            <ac:spMk id="11" creationId="{CD136250-A060-CE03-321E-2DBE6BCA7ED8}"/>
          </ac:spMkLst>
        </pc:spChg>
        <pc:picChg chg="add mod">
          <ac:chgData name="Yonela Gingqi" userId="9d9a8bbbae7db811" providerId="LiveId" clId="{8A4B8890-8CB8-4AE3-86FD-908514E03446}" dt="2024-05-20T18:50:33.337" v="3472" actId="14100"/>
          <ac:picMkLst>
            <pc:docMk/>
            <pc:sldMk cId="3072383972" sldId="328"/>
            <ac:picMk id="6" creationId="{16C66A4A-7004-EB11-E6FE-3F34FE9768C3}"/>
          </ac:picMkLst>
        </pc:picChg>
        <pc:picChg chg="del">
          <ac:chgData name="Yonela Gingqi" userId="9d9a8bbbae7db811" providerId="LiveId" clId="{8A4B8890-8CB8-4AE3-86FD-908514E03446}" dt="2024-05-20T03:41:21.049" v="3060" actId="478"/>
          <ac:picMkLst>
            <pc:docMk/>
            <pc:sldMk cId="3072383972" sldId="328"/>
            <ac:picMk id="12" creationId="{4702C230-7741-B98D-EB4E-5CB025A793FE}"/>
          </ac:picMkLst>
        </pc:picChg>
      </pc:sldChg>
      <pc:sldChg chg="addSp delSp modSp add mod">
        <pc:chgData name="Yonela Gingqi" userId="9d9a8bbbae7db811" providerId="LiveId" clId="{8A4B8890-8CB8-4AE3-86FD-908514E03446}" dt="2024-05-20T18:31:05.080" v="3419" actId="948"/>
        <pc:sldMkLst>
          <pc:docMk/>
          <pc:sldMk cId="3097885360" sldId="329"/>
        </pc:sldMkLst>
        <pc:spChg chg="del mod">
          <ac:chgData name="Yonela Gingqi" userId="9d9a8bbbae7db811" providerId="LiveId" clId="{8A4B8890-8CB8-4AE3-86FD-908514E03446}" dt="2024-05-20T18:30:01.344" v="3411" actId="478"/>
          <ac:spMkLst>
            <pc:docMk/>
            <pc:sldMk cId="3097885360" sldId="329"/>
            <ac:spMk id="2" creationId="{B28A34A6-22BC-27A4-2C79-EE98A4943B14}"/>
          </ac:spMkLst>
        </pc:spChg>
        <pc:spChg chg="add del mod">
          <ac:chgData name="Yonela Gingqi" userId="9d9a8bbbae7db811" providerId="LiveId" clId="{8A4B8890-8CB8-4AE3-86FD-908514E03446}" dt="2024-05-20T18:30:14.146" v="3413" actId="478"/>
          <ac:spMkLst>
            <pc:docMk/>
            <pc:sldMk cId="3097885360" sldId="329"/>
            <ac:spMk id="5" creationId="{24908EE7-2E20-D3CA-BFA3-D98E80D05610}"/>
          </ac:spMkLst>
        </pc:spChg>
        <pc:spChg chg="mod">
          <ac:chgData name="Yonela Gingqi" userId="9d9a8bbbae7db811" providerId="LiveId" clId="{8A4B8890-8CB8-4AE3-86FD-908514E03446}" dt="2024-05-20T18:30:28.270" v="3416" actId="1076"/>
          <ac:spMkLst>
            <pc:docMk/>
            <pc:sldMk cId="3097885360" sldId="329"/>
            <ac:spMk id="10" creationId="{78DEA66A-46B1-1740-6A88-E4849828721C}"/>
          </ac:spMkLst>
        </pc:spChg>
        <pc:spChg chg="mod">
          <ac:chgData name="Yonela Gingqi" userId="9d9a8bbbae7db811" providerId="LiveId" clId="{8A4B8890-8CB8-4AE3-86FD-908514E03446}" dt="2024-05-20T18:31:05.080" v="3419" actId="948"/>
          <ac:spMkLst>
            <pc:docMk/>
            <pc:sldMk cId="3097885360" sldId="329"/>
            <ac:spMk id="11" creationId="{A01CC99E-3481-A21E-E6CC-03D71B0E8EE2}"/>
          </ac:spMkLst>
        </pc:spChg>
        <pc:spChg chg="del">
          <ac:chgData name="Yonela Gingqi" userId="9d9a8bbbae7db811" providerId="LiveId" clId="{8A4B8890-8CB8-4AE3-86FD-908514E03446}" dt="2024-05-20T18:30:18.523" v="3414" actId="478"/>
          <ac:spMkLst>
            <pc:docMk/>
            <pc:sldMk cId="3097885360" sldId="329"/>
            <ac:spMk id="12" creationId="{C7853747-F3A1-0362-E175-C8F07B20D064}"/>
          </ac:spMkLst>
        </pc:spChg>
        <pc:spChg chg="del">
          <ac:chgData name="Yonela Gingqi" userId="9d9a8bbbae7db811" providerId="LiveId" clId="{8A4B8890-8CB8-4AE3-86FD-908514E03446}" dt="2024-05-20T18:30:22.397" v="3415" actId="478"/>
          <ac:spMkLst>
            <pc:docMk/>
            <pc:sldMk cId="3097885360" sldId="329"/>
            <ac:spMk id="13" creationId="{13A3DF3A-F7C7-A622-FD34-9B00C4F877F5}"/>
          </ac:spMkLst>
        </pc:spChg>
        <pc:spChg chg="del">
          <ac:chgData name="Yonela Gingqi" userId="9d9a8bbbae7db811" providerId="LiveId" clId="{8A4B8890-8CB8-4AE3-86FD-908514E03446}" dt="2024-05-20T18:30:08.045" v="3412" actId="478"/>
          <ac:spMkLst>
            <pc:docMk/>
            <pc:sldMk cId="3097885360" sldId="329"/>
            <ac:spMk id="16" creationId="{AEF9954A-E263-8A7E-58B1-4D03F7D1BD9B}"/>
          </ac:spMkLst>
        </pc:spChg>
      </pc:sldChg>
      <pc:sldChg chg="addSp delSp modSp add mod ord">
        <pc:chgData name="Yonela Gingqi" userId="9d9a8bbbae7db811" providerId="LiveId" clId="{8A4B8890-8CB8-4AE3-86FD-908514E03446}" dt="2024-05-20T18:34:44.031" v="3459" actId="20577"/>
        <pc:sldMkLst>
          <pc:docMk/>
          <pc:sldMk cId="330275440" sldId="330"/>
        </pc:sldMkLst>
        <pc:spChg chg="del">
          <ac:chgData name="Yonela Gingqi" userId="9d9a8bbbae7db811" providerId="LiveId" clId="{8A4B8890-8CB8-4AE3-86FD-908514E03446}" dt="2024-05-20T18:33:00.781" v="3434" actId="478"/>
          <ac:spMkLst>
            <pc:docMk/>
            <pc:sldMk cId="330275440" sldId="330"/>
            <ac:spMk id="2" creationId="{B28A34A6-22BC-27A4-2C79-EE98A4943B14}"/>
          </ac:spMkLst>
        </pc:spChg>
        <pc:spChg chg="add del mod">
          <ac:chgData name="Yonela Gingqi" userId="9d9a8bbbae7db811" providerId="LiveId" clId="{8A4B8890-8CB8-4AE3-86FD-908514E03446}" dt="2024-05-20T18:33:06.510" v="3435" actId="478"/>
          <ac:spMkLst>
            <pc:docMk/>
            <pc:sldMk cId="330275440" sldId="330"/>
            <ac:spMk id="5" creationId="{407BBF7D-1FE4-C9F3-5E1D-A691495D1452}"/>
          </ac:spMkLst>
        </pc:spChg>
        <pc:spChg chg="add del mod">
          <ac:chgData name="Yonela Gingqi" userId="9d9a8bbbae7db811" providerId="LiveId" clId="{8A4B8890-8CB8-4AE3-86FD-908514E03446}" dt="2024-05-20T18:33:15.225" v="3437" actId="478"/>
          <ac:spMkLst>
            <pc:docMk/>
            <pc:sldMk cId="330275440" sldId="330"/>
            <ac:spMk id="7" creationId="{434FE46D-436C-E7E9-2F3E-05BD13162FC4}"/>
          </ac:spMkLst>
        </pc:spChg>
        <pc:spChg chg="mod">
          <ac:chgData name="Yonela Gingqi" userId="9d9a8bbbae7db811" providerId="LiveId" clId="{8A4B8890-8CB8-4AE3-86FD-908514E03446}" dt="2024-05-20T18:33:28.627" v="3439" actId="1076"/>
          <ac:spMkLst>
            <pc:docMk/>
            <pc:sldMk cId="330275440" sldId="330"/>
            <ac:spMk id="12" creationId="{C7853747-F3A1-0362-E175-C8F07B20D064}"/>
          </ac:spMkLst>
        </pc:spChg>
        <pc:spChg chg="mod">
          <ac:chgData name="Yonela Gingqi" userId="9d9a8bbbae7db811" providerId="LiveId" clId="{8A4B8890-8CB8-4AE3-86FD-908514E03446}" dt="2024-05-20T18:34:44.031" v="3459" actId="20577"/>
          <ac:spMkLst>
            <pc:docMk/>
            <pc:sldMk cId="330275440" sldId="330"/>
            <ac:spMk id="13" creationId="{13A3DF3A-F7C7-A622-FD34-9B00C4F877F5}"/>
          </ac:spMkLst>
        </pc:spChg>
        <pc:spChg chg="del">
          <ac:chgData name="Yonela Gingqi" userId="9d9a8bbbae7db811" providerId="LiveId" clId="{8A4B8890-8CB8-4AE3-86FD-908514E03446}" dt="2024-05-20T18:33:10.603" v="3436" actId="478"/>
          <ac:spMkLst>
            <pc:docMk/>
            <pc:sldMk cId="330275440" sldId="330"/>
            <ac:spMk id="16" creationId="{AEF9954A-E263-8A7E-58B1-4D03F7D1BD9B}"/>
          </ac:spMkLst>
        </pc:spChg>
      </pc:sldChg>
      <pc:sldMasterChg chg="modSldLayout">
        <pc:chgData name="Yonela Gingqi" userId="9d9a8bbbae7db811" providerId="LiveId" clId="{8A4B8890-8CB8-4AE3-86FD-908514E03446}" dt="2024-05-20T18:06:45.860" v="3367"/>
        <pc:sldMasterMkLst>
          <pc:docMk/>
          <pc:sldMasterMk cId="2784376088" sldId="2147483693"/>
        </pc:sldMasterMkLst>
        <pc:sldLayoutChg chg="addSp">
          <pc:chgData name="Yonela Gingqi" userId="9d9a8bbbae7db811" providerId="LiveId" clId="{8A4B8890-8CB8-4AE3-86FD-908514E03446}" dt="2024-05-20T18:06:45.860" v="3367"/>
          <pc:sldLayoutMkLst>
            <pc:docMk/>
            <pc:sldMasterMk cId="2784376088" sldId="2147483693"/>
            <pc:sldLayoutMk cId="1536372073" sldId="2147483699"/>
          </pc:sldLayoutMkLst>
          <pc:spChg chg="add">
            <ac:chgData name="Yonela Gingqi" userId="9d9a8bbbae7db811" providerId="LiveId" clId="{8A4B8890-8CB8-4AE3-86FD-908514E03446}" dt="2024-05-20T18:06:45.860" v="3367"/>
            <ac:spMkLst>
              <pc:docMk/>
              <pc:sldMasterMk cId="2784376088" sldId="2147483693"/>
              <pc:sldLayoutMk cId="1536372073" sldId="2147483699"/>
              <ac:spMk id="2" creationId="{D1846897-9840-270F-9A33-6D4E141B030A}"/>
            </ac:spMkLst>
          </pc:spChg>
          <pc:spChg chg="add">
            <ac:chgData name="Yonela Gingqi" userId="9d9a8bbbae7db811" providerId="LiveId" clId="{8A4B8890-8CB8-4AE3-86FD-908514E03446}" dt="2024-05-20T18:06:45.860" v="3367"/>
            <ac:spMkLst>
              <pc:docMk/>
              <pc:sldMasterMk cId="2784376088" sldId="2147483693"/>
              <pc:sldLayoutMk cId="1536372073" sldId="2147483699"/>
              <ac:spMk id="7" creationId="{FACF4DBE-E69B-7FEF-25CA-D49FC5EC91D3}"/>
            </ac:spMkLst>
          </pc:spChg>
        </pc:sldLayoutChg>
        <pc:sldLayoutChg chg="addSp">
          <pc:chgData name="Yonela Gingqi" userId="9d9a8bbbae7db811" providerId="LiveId" clId="{8A4B8890-8CB8-4AE3-86FD-908514E03446}" dt="2024-05-20T18:06:45.860" v="3367"/>
          <pc:sldLayoutMkLst>
            <pc:docMk/>
            <pc:sldMasterMk cId="2784376088" sldId="2147483693"/>
            <pc:sldLayoutMk cId="3974640321" sldId="2147483700"/>
          </pc:sldLayoutMkLst>
          <pc:spChg chg="add">
            <ac:chgData name="Yonela Gingqi" userId="9d9a8bbbae7db811" providerId="LiveId" clId="{8A4B8890-8CB8-4AE3-86FD-908514E03446}" dt="2024-05-20T18:06:45.860" v="3367"/>
            <ac:spMkLst>
              <pc:docMk/>
              <pc:sldMasterMk cId="2784376088" sldId="2147483693"/>
              <pc:sldLayoutMk cId="3974640321" sldId="2147483700"/>
              <ac:spMk id="5" creationId="{AD210632-E2A1-B414-372F-2EADB79A4C85}"/>
            </ac:spMkLst>
          </pc:spChg>
          <pc:spChg chg="add">
            <ac:chgData name="Yonela Gingqi" userId="9d9a8bbbae7db811" providerId="LiveId" clId="{8A4B8890-8CB8-4AE3-86FD-908514E03446}" dt="2024-05-20T18:06:45.860" v="3367"/>
            <ac:spMkLst>
              <pc:docMk/>
              <pc:sldMasterMk cId="2784376088" sldId="2147483693"/>
              <pc:sldLayoutMk cId="3974640321" sldId="2147483700"/>
              <ac:spMk id="6" creationId="{862D0550-A3E6-5AA3-D57D-30909822B1BE}"/>
            </ac:spMkLst>
          </pc:spChg>
        </pc:sldLayoutChg>
        <pc:sldLayoutChg chg="addSp">
          <pc:chgData name="Yonela Gingqi" userId="9d9a8bbbae7db811" providerId="LiveId" clId="{8A4B8890-8CB8-4AE3-86FD-908514E03446}" dt="2024-05-20T18:06:45.860" v="3367"/>
          <pc:sldLayoutMkLst>
            <pc:docMk/>
            <pc:sldMasterMk cId="2784376088" sldId="2147483693"/>
            <pc:sldLayoutMk cId="4107907366" sldId="2147483701"/>
          </pc:sldLayoutMkLst>
          <pc:spChg chg="add">
            <ac:chgData name="Yonela Gingqi" userId="9d9a8bbbae7db811" providerId="LiveId" clId="{8A4B8890-8CB8-4AE3-86FD-908514E03446}" dt="2024-05-20T18:06:45.860" v="3367"/>
            <ac:spMkLst>
              <pc:docMk/>
              <pc:sldMasterMk cId="2784376088" sldId="2147483693"/>
              <pc:sldLayoutMk cId="4107907366" sldId="2147483701"/>
              <ac:spMk id="8" creationId="{053A41B5-59CA-030E-D077-D471D49CFBDF}"/>
            </ac:spMkLst>
          </pc:spChg>
        </pc:sldLayoutChg>
        <pc:sldLayoutChg chg="addSp">
          <pc:chgData name="Yonela Gingqi" userId="9d9a8bbbae7db811" providerId="LiveId" clId="{8A4B8890-8CB8-4AE3-86FD-908514E03446}" dt="2024-05-20T18:06:45.860" v="3367"/>
          <pc:sldLayoutMkLst>
            <pc:docMk/>
            <pc:sldMasterMk cId="2784376088" sldId="2147483693"/>
            <pc:sldLayoutMk cId="2895027166" sldId="2147483702"/>
          </pc:sldLayoutMkLst>
          <pc:spChg chg="add">
            <ac:chgData name="Yonela Gingqi" userId="9d9a8bbbae7db811" providerId="LiveId" clId="{8A4B8890-8CB8-4AE3-86FD-908514E03446}" dt="2024-05-20T18:06:45.860" v="3367"/>
            <ac:spMkLst>
              <pc:docMk/>
              <pc:sldMasterMk cId="2784376088" sldId="2147483693"/>
              <pc:sldLayoutMk cId="2895027166" sldId="2147483702"/>
              <ac:spMk id="9" creationId="{688B0187-2F97-1B5C-15AB-BA47B92B8DE2}"/>
            </ac:spMkLst>
          </pc:spChg>
        </pc:sldLayoutChg>
      </pc:sldMasterChg>
      <pc:sldMasterChg chg="delSldLayout modSldLayout">
        <pc:chgData name="Yonela Gingqi" userId="9d9a8bbbae7db811" providerId="LiveId" clId="{8A4B8890-8CB8-4AE3-86FD-908514E03446}" dt="2024-05-21T02:57:01.232" v="3546" actId="47"/>
        <pc:sldMasterMkLst>
          <pc:docMk/>
          <pc:sldMasterMk cId="3374960026" sldId="2147483717"/>
        </pc:sldMasterMkLst>
        <pc:sldLayoutChg chg="addSp">
          <pc:chgData name="Yonela Gingqi" userId="9d9a8bbbae7db811" providerId="LiveId" clId="{8A4B8890-8CB8-4AE3-86FD-908514E03446}" dt="2024-05-20T18:09:25.624" v="3369"/>
          <pc:sldLayoutMkLst>
            <pc:docMk/>
            <pc:sldMasterMk cId="3374960026" sldId="2147483717"/>
            <pc:sldLayoutMk cId="1674298904" sldId="2147483723"/>
          </pc:sldLayoutMkLst>
          <pc:spChg chg="add">
            <ac:chgData name="Yonela Gingqi" userId="9d9a8bbbae7db811" providerId="LiveId" clId="{8A4B8890-8CB8-4AE3-86FD-908514E03446}" dt="2024-05-20T18:09:25.624" v="3369"/>
            <ac:spMkLst>
              <pc:docMk/>
              <pc:sldMasterMk cId="3374960026" sldId="2147483717"/>
              <pc:sldLayoutMk cId="1674298904" sldId="2147483723"/>
              <ac:spMk id="6" creationId="{BEEC24CE-1BEF-AB31-6903-40BC184AA7E3}"/>
            </ac:spMkLst>
          </pc:spChg>
          <pc:spChg chg="add">
            <ac:chgData name="Yonela Gingqi" userId="9d9a8bbbae7db811" providerId="LiveId" clId="{8A4B8890-8CB8-4AE3-86FD-908514E03446}" dt="2024-05-20T18:09:25.624" v="3369"/>
            <ac:spMkLst>
              <pc:docMk/>
              <pc:sldMasterMk cId="3374960026" sldId="2147483717"/>
              <pc:sldLayoutMk cId="1674298904" sldId="2147483723"/>
              <ac:spMk id="7" creationId="{90053286-43FF-F364-689A-EFB0F77E0631}"/>
            </ac:spMkLst>
          </pc:spChg>
        </pc:sldLayoutChg>
        <pc:sldLayoutChg chg="addSp">
          <pc:chgData name="Yonela Gingqi" userId="9d9a8bbbae7db811" providerId="LiveId" clId="{8A4B8890-8CB8-4AE3-86FD-908514E03446}" dt="2024-05-20T18:09:25.624" v="3369"/>
          <pc:sldLayoutMkLst>
            <pc:docMk/>
            <pc:sldMasterMk cId="3374960026" sldId="2147483717"/>
            <pc:sldLayoutMk cId="2160251839" sldId="2147483724"/>
          </pc:sldLayoutMkLst>
          <pc:spChg chg="add">
            <ac:chgData name="Yonela Gingqi" userId="9d9a8bbbae7db811" providerId="LiveId" clId="{8A4B8890-8CB8-4AE3-86FD-908514E03446}" dt="2024-05-20T18:09:25.624" v="3369"/>
            <ac:spMkLst>
              <pc:docMk/>
              <pc:sldMasterMk cId="3374960026" sldId="2147483717"/>
              <pc:sldLayoutMk cId="2160251839" sldId="2147483724"/>
              <ac:spMk id="5" creationId="{00A65FBA-DC81-D421-6576-F738795AD7F7}"/>
            </ac:spMkLst>
          </pc:spChg>
          <pc:spChg chg="add">
            <ac:chgData name="Yonela Gingqi" userId="9d9a8bbbae7db811" providerId="LiveId" clId="{8A4B8890-8CB8-4AE3-86FD-908514E03446}" dt="2024-05-20T18:09:25.624" v="3369"/>
            <ac:spMkLst>
              <pc:docMk/>
              <pc:sldMasterMk cId="3374960026" sldId="2147483717"/>
              <pc:sldLayoutMk cId="2160251839" sldId="2147483724"/>
              <ac:spMk id="6" creationId="{EB8FA20A-0C20-5D28-0029-27F1C21FB751}"/>
            </ac:spMkLst>
          </pc:spChg>
        </pc:sldLayoutChg>
        <pc:sldLayoutChg chg="addSp">
          <pc:chgData name="Yonela Gingqi" userId="9d9a8bbbae7db811" providerId="LiveId" clId="{8A4B8890-8CB8-4AE3-86FD-908514E03446}" dt="2024-05-20T18:09:25.624" v="3369"/>
          <pc:sldLayoutMkLst>
            <pc:docMk/>
            <pc:sldMasterMk cId="3374960026" sldId="2147483717"/>
            <pc:sldLayoutMk cId="2583909194" sldId="2147483725"/>
          </pc:sldLayoutMkLst>
          <pc:spChg chg="add">
            <ac:chgData name="Yonela Gingqi" userId="9d9a8bbbae7db811" providerId="LiveId" clId="{8A4B8890-8CB8-4AE3-86FD-908514E03446}" dt="2024-05-20T18:09:25.624" v="3369"/>
            <ac:spMkLst>
              <pc:docMk/>
              <pc:sldMasterMk cId="3374960026" sldId="2147483717"/>
              <pc:sldLayoutMk cId="2583909194" sldId="2147483725"/>
              <ac:spMk id="8" creationId="{4C4A5116-D5D8-1385-126E-1BC3E9AA66D9}"/>
            </ac:spMkLst>
          </pc:spChg>
        </pc:sldLayoutChg>
        <pc:sldLayoutChg chg="addSp">
          <pc:chgData name="Yonela Gingqi" userId="9d9a8bbbae7db811" providerId="LiveId" clId="{8A4B8890-8CB8-4AE3-86FD-908514E03446}" dt="2024-05-20T18:09:25.624" v="3369"/>
          <pc:sldLayoutMkLst>
            <pc:docMk/>
            <pc:sldMasterMk cId="3374960026" sldId="2147483717"/>
            <pc:sldLayoutMk cId="3510340350" sldId="2147483726"/>
          </pc:sldLayoutMkLst>
          <pc:spChg chg="add">
            <ac:chgData name="Yonela Gingqi" userId="9d9a8bbbae7db811" providerId="LiveId" clId="{8A4B8890-8CB8-4AE3-86FD-908514E03446}" dt="2024-05-20T18:09:25.624" v="3369"/>
            <ac:spMkLst>
              <pc:docMk/>
              <pc:sldMasterMk cId="3374960026" sldId="2147483717"/>
              <pc:sldLayoutMk cId="3510340350" sldId="2147483726"/>
              <ac:spMk id="8" creationId="{D5267F17-A9B2-60F2-2753-92D411D966F2}"/>
            </ac:spMkLst>
          </pc:spChg>
        </pc:sldLayoutChg>
        <pc:sldLayoutChg chg="del">
          <pc:chgData name="Yonela Gingqi" userId="9d9a8bbbae7db811" providerId="LiveId" clId="{8A4B8890-8CB8-4AE3-86FD-908514E03446}" dt="2024-05-21T02:57:01.232" v="3546" actId="47"/>
          <pc:sldLayoutMkLst>
            <pc:docMk/>
            <pc:sldMasterMk cId="3374960026" sldId="2147483717"/>
            <pc:sldLayoutMk cId="3508600672" sldId="2147483739"/>
          </pc:sldLayoutMkLst>
        </pc:sldLayoutChg>
      </pc:sldMasterChg>
    </pc:docChg>
  </pc:docChgLst>
  <pc:docChgLst>
    <pc:chgData name="Yonela Gingqi" userId="9d9a8bbbae7db811" providerId="Windows Live" clId="Web-{777DD639-CCCE-F08E-F2AB-D9B06D74F2A8}"/>
    <pc:docChg chg="addSld delSld modSld sldOrd">
      <pc:chgData name="Yonela Gingqi" userId="9d9a8bbbae7db811" providerId="Windows Live" clId="Web-{777DD639-CCCE-F08E-F2AB-D9B06D74F2A8}" dt="2024-05-19T17:51:25.227" v="207"/>
      <pc:docMkLst>
        <pc:docMk/>
      </pc:docMkLst>
      <pc:sldChg chg="addSp delSp modSp delAnim">
        <pc:chgData name="Yonela Gingqi" userId="9d9a8bbbae7db811" providerId="Windows Live" clId="Web-{777DD639-CCCE-F08E-F2AB-D9B06D74F2A8}" dt="2024-05-19T17:51:25.227" v="207"/>
        <pc:sldMkLst>
          <pc:docMk/>
          <pc:sldMk cId="2952923800" sldId="281"/>
        </pc:sldMkLst>
        <pc:spChg chg="mod">
          <ac:chgData name="Yonela Gingqi" userId="9d9a8bbbae7db811" providerId="Windows Live" clId="Web-{777DD639-CCCE-F08E-F2AB-D9B06D74F2A8}" dt="2024-05-19T17:50:47.508" v="205" actId="14100"/>
          <ac:spMkLst>
            <pc:docMk/>
            <pc:sldMk cId="2952923800" sldId="281"/>
            <ac:spMk id="2" creationId="{D53B219B-7E3A-7E84-6386-37313F0CFB09}"/>
          </ac:spMkLst>
        </pc:spChg>
        <pc:spChg chg="del mod">
          <ac:chgData name="Yonela Gingqi" userId="9d9a8bbbae7db811" providerId="Windows Live" clId="Web-{777DD639-CCCE-F08E-F2AB-D9B06D74F2A8}" dt="2024-05-19T17:50:21.320" v="200"/>
          <ac:spMkLst>
            <pc:docMk/>
            <pc:sldMk cId="2952923800" sldId="281"/>
            <ac:spMk id="3" creationId="{A2E339BF-E6D7-DD0E-AF02-6813852EE723}"/>
          </ac:spMkLst>
        </pc:spChg>
        <pc:spChg chg="add del mod">
          <ac:chgData name="Yonela Gingqi" userId="9d9a8bbbae7db811" providerId="Windows Live" clId="Web-{777DD639-CCCE-F08E-F2AB-D9B06D74F2A8}" dt="2024-05-19T17:51:25.227" v="207"/>
          <ac:spMkLst>
            <pc:docMk/>
            <pc:sldMk cId="2952923800" sldId="281"/>
            <ac:spMk id="5" creationId="{BB1D1D49-D75B-72A8-274A-3CB98A3B8FB0}"/>
          </ac:spMkLst>
        </pc:spChg>
        <pc:picChg chg="del">
          <ac:chgData name="Yonela Gingqi" userId="9d9a8bbbae7db811" providerId="Windows Live" clId="Web-{777DD639-CCCE-F08E-F2AB-D9B06D74F2A8}" dt="2024-05-19T17:50:49.805" v="206"/>
          <ac:picMkLst>
            <pc:docMk/>
            <pc:sldMk cId="2952923800" sldId="281"/>
            <ac:picMk id="6" creationId="{FECDA901-DD88-89EB-E10E-A2994D0A92DB}"/>
          </ac:picMkLst>
        </pc:picChg>
        <pc:picChg chg="add mod ord">
          <ac:chgData name="Yonela Gingqi" userId="9d9a8bbbae7db811" providerId="Windows Live" clId="Web-{777DD639-CCCE-F08E-F2AB-D9B06D74F2A8}" dt="2024-05-19T17:51:25.227" v="207"/>
          <ac:picMkLst>
            <pc:docMk/>
            <pc:sldMk cId="2952923800" sldId="281"/>
            <ac:picMk id="7" creationId="{15A77D8B-F0BA-A4D9-AD8C-BA4E1DC81F30}"/>
          </ac:picMkLst>
        </pc:picChg>
      </pc:sldChg>
      <pc:sldChg chg="delSp modSp">
        <pc:chgData name="Yonela Gingqi" userId="9d9a8bbbae7db811" providerId="Windows Live" clId="Web-{777DD639-CCCE-F08E-F2AB-D9B06D74F2A8}" dt="2024-05-19T17:49:24.834" v="196" actId="20577"/>
        <pc:sldMkLst>
          <pc:docMk/>
          <pc:sldMk cId="685681062" sldId="282"/>
        </pc:sldMkLst>
        <pc:spChg chg="del mod">
          <ac:chgData name="Yonela Gingqi" userId="9d9a8bbbae7db811" providerId="Windows Live" clId="Web-{777DD639-CCCE-F08E-F2AB-D9B06D74F2A8}" dt="2024-05-19T17:47:36.019" v="185"/>
          <ac:spMkLst>
            <pc:docMk/>
            <pc:sldMk cId="685681062" sldId="282"/>
            <ac:spMk id="2" creationId="{FD5E8954-9BCB-7FD9-A210-38DC54382D45}"/>
          </ac:spMkLst>
        </pc:spChg>
        <pc:spChg chg="mod">
          <ac:chgData name="Yonela Gingqi" userId="9d9a8bbbae7db811" providerId="Windows Live" clId="Web-{777DD639-CCCE-F08E-F2AB-D9B06D74F2A8}" dt="2024-05-19T17:49:24.834" v="196" actId="20577"/>
          <ac:spMkLst>
            <pc:docMk/>
            <pc:sldMk cId="685681062" sldId="282"/>
            <ac:spMk id="3" creationId="{75111C33-898C-4414-4665-5136EB6FC126}"/>
          </ac:spMkLst>
        </pc:spChg>
      </pc:sldChg>
      <pc:sldChg chg="addSp modSp">
        <pc:chgData name="Yonela Gingqi" userId="9d9a8bbbae7db811" providerId="Windows Live" clId="Web-{777DD639-CCCE-F08E-F2AB-D9B06D74F2A8}" dt="2024-05-19T17:45:47.298" v="178" actId="20577"/>
        <pc:sldMkLst>
          <pc:docMk/>
          <pc:sldMk cId="1789767074" sldId="323"/>
        </pc:sldMkLst>
        <pc:spChg chg="mod">
          <ac:chgData name="Yonela Gingqi" userId="9d9a8bbbae7db811" providerId="Windows Live" clId="Web-{777DD639-CCCE-F08E-F2AB-D9B06D74F2A8}" dt="2024-05-19T17:44:57.984" v="170" actId="20577"/>
          <ac:spMkLst>
            <pc:docMk/>
            <pc:sldMk cId="1789767074" sldId="323"/>
            <ac:spMk id="3" creationId="{A21FE8EC-9DC2-0161-46B4-C2A8EF25C063}"/>
          </ac:spMkLst>
        </pc:spChg>
        <pc:spChg chg="mod">
          <ac:chgData name="Yonela Gingqi" userId="9d9a8bbbae7db811" providerId="Windows Live" clId="Web-{777DD639-CCCE-F08E-F2AB-D9B06D74F2A8}" dt="2024-05-19T17:45:11.157" v="172" actId="20577"/>
          <ac:spMkLst>
            <pc:docMk/>
            <pc:sldMk cId="1789767074" sldId="323"/>
            <ac:spMk id="4" creationId="{E789B90F-A1DD-655B-8E4E-65288DE70E84}"/>
          </ac:spMkLst>
        </pc:spChg>
        <pc:spChg chg="add mod">
          <ac:chgData name="Yonela Gingqi" userId="9d9a8bbbae7db811" providerId="Windows Live" clId="Web-{777DD639-CCCE-F08E-F2AB-D9B06D74F2A8}" dt="2024-05-19T17:45:29.938" v="174" actId="20577"/>
          <ac:spMkLst>
            <pc:docMk/>
            <pc:sldMk cId="1789767074" sldId="323"/>
            <ac:spMk id="5" creationId="{9F0B5B0A-A050-D337-52CC-C4E7274C24B7}"/>
          </ac:spMkLst>
        </pc:spChg>
        <pc:spChg chg="add mod">
          <ac:chgData name="Yonela Gingqi" userId="9d9a8bbbae7db811" providerId="Windows Live" clId="Web-{777DD639-CCCE-F08E-F2AB-D9B06D74F2A8}" dt="2024-05-19T17:45:39.048" v="176" actId="20577"/>
          <ac:spMkLst>
            <pc:docMk/>
            <pc:sldMk cId="1789767074" sldId="323"/>
            <ac:spMk id="6" creationId="{3D4E2E78-21DC-0C1E-2516-98B90204BDFC}"/>
          </ac:spMkLst>
        </pc:spChg>
        <pc:spChg chg="add mod">
          <ac:chgData name="Yonela Gingqi" userId="9d9a8bbbae7db811" providerId="Windows Live" clId="Web-{777DD639-CCCE-F08E-F2AB-D9B06D74F2A8}" dt="2024-05-19T17:45:47.298" v="178" actId="20577"/>
          <ac:spMkLst>
            <pc:docMk/>
            <pc:sldMk cId="1789767074" sldId="323"/>
            <ac:spMk id="7" creationId="{611A0B81-2F44-EFD7-4965-9176BB85D5D8}"/>
          </ac:spMkLst>
        </pc:spChg>
      </pc:sldChg>
      <pc:sldChg chg="add del ord replId">
        <pc:chgData name="Yonela Gingqi" userId="9d9a8bbbae7db811" providerId="Windows Live" clId="Web-{777DD639-CCCE-F08E-F2AB-D9B06D74F2A8}" dt="2024-05-19T17:46:58.378" v="182"/>
        <pc:sldMkLst>
          <pc:docMk/>
          <pc:sldMk cId="658832897" sldId="324"/>
        </pc:sldMkLst>
      </pc:sldChg>
    </pc:docChg>
  </pc:docChgLst>
  <pc:docChgLst>
    <pc:chgData name="Yonela Gingqi" userId="9d9a8bbbae7db811" providerId="Windows Live" clId="Web-{4EF9DF0B-2229-D305-45DD-049BC68D9A6D}"/>
    <pc:docChg chg="modSld">
      <pc:chgData name="Yonela Gingqi" userId="9d9a8bbbae7db811" providerId="Windows Live" clId="Web-{4EF9DF0B-2229-D305-45DD-049BC68D9A6D}" dt="2024-10-31T21:20:54.069" v="8"/>
      <pc:docMkLst>
        <pc:docMk/>
      </pc:docMkLst>
      <pc:sldChg chg="addSp delSp modSp">
        <pc:chgData name="Yonela Gingqi" userId="9d9a8bbbae7db811" providerId="Windows Live" clId="Web-{4EF9DF0B-2229-D305-45DD-049BC68D9A6D}" dt="2024-10-31T21:19:47.473" v="2"/>
        <pc:sldMkLst>
          <pc:docMk/>
          <pc:sldMk cId="3969996159" sldId="319"/>
        </pc:sldMkLst>
        <pc:spChg chg="add mod">
          <ac:chgData name="Yonela Gingqi" userId="9d9a8bbbae7db811" providerId="Windows Live" clId="Web-{4EF9DF0B-2229-D305-45DD-049BC68D9A6D}" dt="2024-10-31T21:19:47.473" v="2"/>
          <ac:spMkLst>
            <pc:docMk/>
            <pc:sldMk cId="3969996159" sldId="319"/>
            <ac:spMk id="4" creationId="{D9D4CE40-7819-FF55-FF8A-2D8D1953C8E2}"/>
          </ac:spMkLst>
        </pc:spChg>
        <pc:picChg chg="del">
          <ac:chgData name="Yonela Gingqi" userId="9d9a8bbbae7db811" providerId="Windows Live" clId="Web-{4EF9DF0B-2229-D305-45DD-049BC68D9A6D}" dt="2024-10-31T21:19:47.473" v="2"/>
          <ac:picMkLst>
            <pc:docMk/>
            <pc:sldMk cId="3969996159" sldId="319"/>
            <ac:picMk id="13" creationId="{ABD4220F-4371-0A02-3545-8AFFAB59CEAA}"/>
          </ac:picMkLst>
        </pc:picChg>
      </pc:sldChg>
      <pc:sldChg chg="addSp delSp modSp">
        <pc:chgData name="Yonela Gingqi" userId="9d9a8bbbae7db811" providerId="Windows Live" clId="Web-{4EF9DF0B-2229-D305-45DD-049BC68D9A6D}" dt="2024-10-31T21:19:58.864" v="3"/>
        <pc:sldMkLst>
          <pc:docMk/>
          <pc:sldMk cId="2498021601" sldId="321"/>
        </pc:sldMkLst>
        <pc:spChg chg="add mod">
          <ac:chgData name="Yonela Gingqi" userId="9d9a8bbbae7db811" providerId="Windows Live" clId="Web-{4EF9DF0B-2229-D305-45DD-049BC68D9A6D}" dt="2024-10-31T21:19:58.864" v="3"/>
          <ac:spMkLst>
            <pc:docMk/>
            <pc:sldMk cId="2498021601" sldId="321"/>
            <ac:spMk id="4" creationId="{2474E9BB-37DF-05AD-B796-B8AB3952B53C}"/>
          </ac:spMkLst>
        </pc:spChg>
        <pc:picChg chg="del">
          <ac:chgData name="Yonela Gingqi" userId="9d9a8bbbae7db811" providerId="Windows Live" clId="Web-{4EF9DF0B-2229-D305-45DD-049BC68D9A6D}" dt="2024-10-31T21:19:58.864" v="3"/>
          <ac:picMkLst>
            <pc:docMk/>
            <pc:sldMk cId="2498021601" sldId="321"/>
            <ac:picMk id="9" creationId="{4D4EC545-3F1F-FA51-EBD0-470A9C86F8BC}"/>
          </ac:picMkLst>
        </pc:picChg>
      </pc:sldChg>
      <pc:sldChg chg="addSp delSp modSp">
        <pc:chgData name="Yonela Gingqi" userId="9d9a8bbbae7db811" providerId="Windows Live" clId="Web-{4EF9DF0B-2229-D305-45DD-049BC68D9A6D}" dt="2024-10-31T21:20:44.413" v="7"/>
        <pc:sldMkLst>
          <pc:docMk/>
          <pc:sldMk cId="1686213229" sldId="322"/>
        </pc:sldMkLst>
        <pc:spChg chg="add mod">
          <ac:chgData name="Yonela Gingqi" userId="9d9a8bbbae7db811" providerId="Windows Live" clId="Web-{4EF9DF0B-2229-D305-45DD-049BC68D9A6D}" dt="2024-10-31T21:20:44.413" v="7"/>
          <ac:spMkLst>
            <pc:docMk/>
            <pc:sldMk cId="1686213229" sldId="322"/>
            <ac:spMk id="4" creationId="{FBE18A26-E50E-8DE0-7018-FE3B33E9AE52}"/>
          </ac:spMkLst>
        </pc:spChg>
        <pc:picChg chg="del">
          <ac:chgData name="Yonela Gingqi" userId="9d9a8bbbae7db811" providerId="Windows Live" clId="Web-{4EF9DF0B-2229-D305-45DD-049BC68D9A6D}" dt="2024-10-31T21:20:44.413" v="7"/>
          <ac:picMkLst>
            <pc:docMk/>
            <pc:sldMk cId="1686213229" sldId="322"/>
            <ac:picMk id="12" creationId="{4702C230-7741-B98D-EB4E-5CB025A793FE}"/>
          </ac:picMkLst>
        </pc:picChg>
      </pc:sldChg>
      <pc:sldChg chg="addSp delSp modSp">
        <pc:chgData name="Yonela Gingqi" userId="9d9a8bbbae7db811" providerId="Windows Live" clId="Web-{4EF9DF0B-2229-D305-45DD-049BC68D9A6D}" dt="2024-10-31T21:19:25.175" v="1" actId="20577"/>
        <pc:sldMkLst>
          <pc:docMk/>
          <pc:sldMk cId="1222828094" sldId="325"/>
        </pc:sldMkLst>
        <pc:spChg chg="add mod">
          <ac:chgData name="Yonela Gingqi" userId="9d9a8bbbae7db811" providerId="Windows Live" clId="Web-{4EF9DF0B-2229-D305-45DD-049BC68D9A6D}" dt="2024-10-31T21:19:17.440" v="0"/>
          <ac:spMkLst>
            <pc:docMk/>
            <pc:sldMk cId="1222828094" sldId="325"/>
            <ac:spMk id="4" creationId="{07D267CD-6EEA-F52F-EA1F-3A81486ED8C5}"/>
          </ac:spMkLst>
        </pc:spChg>
        <pc:spChg chg="mod">
          <ac:chgData name="Yonela Gingqi" userId="9d9a8bbbae7db811" providerId="Windows Live" clId="Web-{4EF9DF0B-2229-D305-45DD-049BC68D9A6D}" dt="2024-10-31T21:19:25.175" v="1" actId="20577"/>
          <ac:spMkLst>
            <pc:docMk/>
            <pc:sldMk cId="1222828094" sldId="325"/>
            <ac:spMk id="13" creationId="{0853098E-C088-D323-4BF2-987893F262F6}"/>
          </ac:spMkLst>
        </pc:spChg>
        <pc:picChg chg="del">
          <ac:chgData name="Yonela Gingqi" userId="9d9a8bbbae7db811" providerId="Windows Live" clId="Web-{4EF9DF0B-2229-D305-45DD-049BC68D9A6D}" dt="2024-10-31T21:19:17.440" v="0"/>
          <ac:picMkLst>
            <pc:docMk/>
            <pc:sldMk cId="1222828094" sldId="325"/>
            <ac:picMk id="6" creationId="{845F076E-9B6F-422B-E8B6-5BEF52B7B8B2}"/>
          </ac:picMkLst>
        </pc:picChg>
      </pc:sldChg>
      <pc:sldChg chg="addSp delSp modSp">
        <pc:chgData name="Yonela Gingqi" userId="9d9a8bbbae7db811" providerId="Windows Live" clId="Web-{4EF9DF0B-2229-D305-45DD-049BC68D9A6D}" dt="2024-10-31T21:20:39.975" v="6"/>
        <pc:sldMkLst>
          <pc:docMk/>
          <pc:sldMk cId="909505822" sldId="326"/>
        </pc:sldMkLst>
        <pc:spChg chg="add mod">
          <ac:chgData name="Yonela Gingqi" userId="9d9a8bbbae7db811" providerId="Windows Live" clId="Web-{4EF9DF0B-2229-D305-45DD-049BC68D9A6D}" dt="2024-10-31T21:20:31.850" v="5"/>
          <ac:spMkLst>
            <pc:docMk/>
            <pc:sldMk cId="909505822" sldId="326"/>
            <ac:spMk id="4" creationId="{A246C5E1-D4F4-0DF3-155B-E68370E5AB88}"/>
          </ac:spMkLst>
        </pc:spChg>
        <pc:picChg chg="del">
          <ac:chgData name="Yonela Gingqi" userId="9d9a8bbbae7db811" providerId="Windows Live" clId="Web-{4EF9DF0B-2229-D305-45DD-049BC68D9A6D}" dt="2024-10-31T21:20:31.850" v="5"/>
          <ac:picMkLst>
            <pc:docMk/>
            <pc:sldMk cId="909505822" sldId="326"/>
            <ac:picMk id="6" creationId="{483A5ED0-1EDB-0A04-48B1-C4168C075C57}"/>
          </ac:picMkLst>
        </pc:picChg>
        <pc:picChg chg="del">
          <ac:chgData name="Yonela Gingqi" userId="9d9a8bbbae7db811" providerId="Windows Live" clId="Web-{4EF9DF0B-2229-D305-45DD-049BC68D9A6D}" dt="2024-10-31T21:20:39.975" v="6"/>
          <ac:picMkLst>
            <pc:docMk/>
            <pc:sldMk cId="909505822" sldId="326"/>
            <ac:picMk id="8" creationId="{7A299154-EF58-4211-E287-ACCD5135576F}"/>
          </ac:picMkLst>
        </pc:picChg>
      </pc:sldChg>
      <pc:sldChg chg="addSp delSp modSp">
        <pc:chgData name="Yonela Gingqi" userId="9d9a8bbbae7db811" providerId="Windows Live" clId="Web-{4EF9DF0B-2229-D305-45DD-049BC68D9A6D}" dt="2024-10-31T21:20:11.333" v="4"/>
        <pc:sldMkLst>
          <pc:docMk/>
          <pc:sldMk cId="544181296" sldId="327"/>
        </pc:sldMkLst>
        <pc:spChg chg="add mod">
          <ac:chgData name="Yonela Gingqi" userId="9d9a8bbbae7db811" providerId="Windows Live" clId="Web-{4EF9DF0B-2229-D305-45DD-049BC68D9A6D}" dt="2024-10-31T21:20:11.333" v="4"/>
          <ac:spMkLst>
            <pc:docMk/>
            <pc:sldMk cId="544181296" sldId="327"/>
            <ac:spMk id="4" creationId="{46AF3BE6-3EC6-7E94-D9E2-B38DBDA1CDA1}"/>
          </ac:spMkLst>
        </pc:spChg>
        <pc:picChg chg="del">
          <ac:chgData name="Yonela Gingqi" userId="9d9a8bbbae7db811" providerId="Windows Live" clId="Web-{4EF9DF0B-2229-D305-45DD-049BC68D9A6D}" dt="2024-10-31T21:20:11.333" v="4"/>
          <ac:picMkLst>
            <pc:docMk/>
            <pc:sldMk cId="544181296" sldId="327"/>
            <ac:picMk id="10" creationId="{0CD0CC88-FF9F-C600-CA63-7691AE0E341B}"/>
          </ac:picMkLst>
        </pc:picChg>
      </pc:sldChg>
      <pc:sldChg chg="addSp delSp modSp">
        <pc:chgData name="Yonela Gingqi" userId="9d9a8bbbae7db811" providerId="Windows Live" clId="Web-{4EF9DF0B-2229-D305-45DD-049BC68D9A6D}" dt="2024-10-31T21:20:54.069" v="8"/>
        <pc:sldMkLst>
          <pc:docMk/>
          <pc:sldMk cId="3072383972" sldId="328"/>
        </pc:sldMkLst>
        <pc:spChg chg="add mod">
          <ac:chgData name="Yonela Gingqi" userId="9d9a8bbbae7db811" providerId="Windows Live" clId="Web-{4EF9DF0B-2229-D305-45DD-049BC68D9A6D}" dt="2024-10-31T21:20:54.069" v="8"/>
          <ac:spMkLst>
            <pc:docMk/>
            <pc:sldMk cId="3072383972" sldId="328"/>
            <ac:spMk id="4" creationId="{C8BCA1B3-2EF8-DFC7-87ED-F1C8C9A14D29}"/>
          </ac:spMkLst>
        </pc:spChg>
        <pc:picChg chg="del">
          <ac:chgData name="Yonela Gingqi" userId="9d9a8bbbae7db811" providerId="Windows Live" clId="Web-{4EF9DF0B-2229-D305-45DD-049BC68D9A6D}" dt="2024-10-31T21:20:54.069" v="8"/>
          <ac:picMkLst>
            <pc:docMk/>
            <pc:sldMk cId="3072383972" sldId="328"/>
            <ac:picMk id="6" creationId="{16C66A4A-7004-EB11-E6FE-3F34FE9768C3}"/>
          </ac:picMkLst>
        </pc:picChg>
      </pc:sldChg>
    </pc:docChg>
  </pc:docChgLst>
  <pc:docChgLst>
    <pc:chgData name="Yonela Gingqi" userId="9d9a8bbbae7db811" providerId="Windows Live" clId="Web-{5289201C-FE27-680B-2F06-0B3E1E065E0B}"/>
    <pc:docChg chg="modSld">
      <pc:chgData name="Yonela Gingqi" userId="9d9a8bbbae7db811" providerId="Windows Live" clId="Web-{5289201C-FE27-680B-2F06-0B3E1E065E0B}" dt="2024-05-19T17:35:36.607" v="345" actId="14100"/>
      <pc:docMkLst>
        <pc:docMk/>
      </pc:docMkLst>
      <pc:sldChg chg="modSp addAnim">
        <pc:chgData name="Yonela Gingqi" userId="9d9a8bbbae7db811" providerId="Windows Live" clId="Web-{5289201C-FE27-680B-2F06-0B3E1E065E0B}" dt="2024-05-19T17:29:49.805" v="204" actId="14100"/>
        <pc:sldMkLst>
          <pc:docMk/>
          <pc:sldMk cId="2952923800" sldId="281"/>
        </pc:sldMkLst>
        <pc:spChg chg="mod">
          <ac:chgData name="Yonela Gingqi" userId="9d9a8bbbae7db811" providerId="Windows Live" clId="Web-{5289201C-FE27-680B-2F06-0B3E1E065E0B}" dt="2024-05-19T17:29:38.070" v="202" actId="14100"/>
          <ac:spMkLst>
            <pc:docMk/>
            <pc:sldMk cId="2952923800" sldId="281"/>
            <ac:spMk id="2" creationId="{D53B219B-7E3A-7E84-6386-37313F0CFB09}"/>
          </ac:spMkLst>
        </pc:spChg>
        <pc:spChg chg="mod">
          <ac:chgData name="Yonela Gingqi" userId="9d9a8bbbae7db811" providerId="Windows Live" clId="Web-{5289201C-FE27-680B-2F06-0B3E1E065E0B}" dt="2024-05-19T17:29:49.805" v="204" actId="14100"/>
          <ac:spMkLst>
            <pc:docMk/>
            <pc:sldMk cId="2952923800" sldId="281"/>
            <ac:spMk id="3" creationId="{A2E339BF-E6D7-DD0E-AF02-6813852EE723}"/>
          </ac:spMkLst>
        </pc:spChg>
      </pc:sldChg>
      <pc:sldChg chg="modSp">
        <pc:chgData name="Yonela Gingqi" userId="9d9a8bbbae7db811" providerId="Windows Live" clId="Web-{5289201C-FE27-680B-2F06-0B3E1E065E0B}" dt="2024-05-19T17:06:39.088" v="1" actId="20577"/>
        <pc:sldMkLst>
          <pc:docMk/>
          <pc:sldMk cId="3913219759" sldId="304"/>
        </pc:sldMkLst>
        <pc:spChg chg="mod">
          <ac:chgData name="Yonela Gingqi" userId="9d9a8bbbae7db811" providerId="Windows Live" clId="Web-{5289201C-FE27-680B-2F06-0B3E1E065E0B}" dt="2024-05-19T17:06:39.088" v="1" actId="20577"/>
          <ac:spMkLst>
            <pc:docMk/>
            <pc:sldMk cId="3913219759" sldId="304"/>
            <ac:spMk id="3" creationId="{D4D22962-3C7F-E480-5C35-7F4860A098E1}"/>
          </ac:spMkLst>
        </pc:spChg>
      </pc:sldChg>
      <pc:sldChg chg="addSp delSp modSp">
        <pc:chgData name="Yonela Gingqi" userId="9d9a8bbbae7db811" providerId="Windows Live" clId="Web-{5289201C-FE27-680B-2F06-0B3E1E065E0B}" dt="2024-05-19T17:32:24.503" v="213" actId="1076"/>
        <pc:sldMkLst>
          <pc:docMk/>
          <pc:sldMk cId="2906491918" sldId="307"/>
        </pc:sldMkLst>
        <pc:spChg chg="mod">
          <ac:chgData name="Yonela Gingqi" userId="9d9a8bbbae7db811" providerId="Windows Live" clId="Web-{5289201C-FE27-680B-2F06-0B3E1E065E0B}" dt="2024-05-19T17:32:24.503" v="213" actId="1076"/>
          <ac:spMkLst>
            <pc:docMk/>
            <pc:sldMk cId="2906491918" sldId="307"/>
            <ac:spMk id="2" creationId="{D54EDA75-0988-2AC2-87F8-8DEC83A7B9CA}"/>
          </ac:spMkLst>
        </pc:spChg>
        <pc:spChg chg="add del">
          <ac:chgData name="Yonela Gingqi" userId="9d9a8bbbae7db811" providerId="Windows Live" clId="Web-{5289201C-FE27-680B-2F06-0B3E1E065E0B}" dt="2024-05-19T17:30:35.229" v="208"/>
          <ac:spMkLst>
            <pc:docMk/>
            <pc:sldMk cId="2906491918" sldId="307"/>
            <ac:spMk id="3" creationId="{28C67E93-8DD4-71B7-FC77-664CAFBAA44A}"/>
          </ac:spMkLst>
        </pc:spChg>
        <pc:spChg chg="add del mod">
          <ac:chgData name="Yonela Gingqi" userId="9d9a8bbbae7db811" providerId="Windows Live" clId="Web-{5289201C-FE27-680B-2F06-0B3E1E065E0B}" dt="2024-05-19T17:31:09.481" v="212"/>
          <ac:spMkLst>
            <pc:docMk/>
            <pc:sldMk cId="2906491918" sldId="307"/>
            <ac:spMk id="4" creationId="{E6374DB8-E85D-1480-368F-6D37BCB0BB5F}"/>
          </ac:spMkLst>
        </pc:spChg>
      </pc:sldChg>
      <pc:sldChg chg="addSp modSp">
        <pc:chgData name="Yonela Gingqi" userId="9d9a8bbbae7db811" providerId="Windows Live" clId="Web-{5289201C-FE27-680B-2F06-0B3E1E065E0B}" dt="2024-05-19T17:35:36.607" v="345" actId="14100"/>
        <pc:sldMkLst>
          <pc:docMk/>
          <pc:sldMk cId="1789767074" sldId="323"/>
        </pc:sldMkLst>
        <pc:spChg chg="mod">
          <ac:chgData name="Yonela Gingqi" userId="9d9a8bbbae7db811" providerId="Windows Live" clId="Web-{5289201C-FE27-680B-2F06-0B3E1E065E0B}" dt="2024-05-19T17:33:20.240" v="249" actId="20577"/>
          <ac:spMkLst>
            <pc:docMk/>
            <pc:sldMk cId="1789767074" sldId="323"/>
            <ac:spMk id="2" creationId="{56F1A32B-FBE1-1CD4-94B7-F29BA946BEE3}"/>
          </ac:spMkLst>
        </pc:spChg>
        <pc:spChg chg="add mod">
          <ac:chgData name="Yonela Gingqi" userId="9d9a8bbbae7db811" providerId="Windows Live" clId="Web-{5289201C-FE27-680B-2F06-0B3E1E065E0B}" dt="2024-05-19T17:34:18.056" v="290" actId="14100"/>
          <ac:spMkLst>
            <pc:docMk/>
            <pc:sldMk cId="1789767074" sldId="323"/>
            <ac:spMk id="3" creationId="{A21FE8EC-9DC2-0161-46B4-C2A8EF25C063}"/>
          </ac:spMkLst>
        </pc:spChg>
        <pc:spChg chg="add mod">
          <ac:chgData name="Yonela Gingqi" userId="9d9a8bbbae7db811" providerId="Windows Live" clId="Web-{5289201C-FE27-680B-2F06-0B3E1E065E0B}" dt="2024-05-19T17:35:36.607" v="345" actId="14100"/>
          <ac:spMkLst>
            <pc:docMk/>
            <pc:sldMk cId="1789767074" sldId="323"/>
            <ac:spMk id="4" creationId="{E789B90F-A1DD-655B-8E4E-65288DE70E84}"/>
          </ac:spMkLst>
        </pc:spChg>
      </pc:sldChg>
    </pc:docChg>
  </pc:docChgLst>
  <pc:docChgLst>
    <pc:chgData name="Yonela Gingqi" userId="9d9a8bbbae7db811" providerId="Windows Live" clId="Web-{AFF1A1DA-3E26-72D5-2DC4-A30509A59230}"/>
    <pc:docChg chg="delSld modSld">
      <pc:chgData name="Yonela Gingqi" userId="9d9a8bbbae7db811" providerId="Windows Live" clId="Web-{AFF1A1DA-3E26-72D5-2DC4-A30509A59230}" dt="2024-11-01T01:09:55.369" v="173" actId="20577"/>
      <pc:docMkLst>
        <pc:docMk/>
      </pc:docMkLst>
      <pc:sldChg chg="modSp">
        <pc:chgData name="Yonela Gingqi" userId="9d9a8bbbae7db811" providerId="Windows Live" clId="Web-{AFF1A1DA-3E26-72D5-2DC4-A30509A59230}" dt="2024-11-01T00:45:32.865" v="41" actId="20577"/>
        <pc:sldMkLst>
          <pc:docMk/>
          <pc:sldMk cId="3913219759" sldId="304"/>
        </pc:sldMkLst>
        <pc:spChg chg="mod">
          <ac:chgData name="Yonela Gingqi" userId="9d9a8bbbae7db811" providerId="Windows Live" clId="Web-{AFF1A1DA-3E26-72D5-2DC4-A30509A59230}" dt="2024-11-01T00:45:32.865" v="41" actId="20577"/>
          <ac:spMkLst>
            <pc:docMk/>
            <pc:sldMk cId="3913219759" sldId="304"/>
            <ac:spMk id="3" creationId="{D4D22962-3C7F-E480-5C35-7F4860A098E1}"/>
          </ac:spMkLst>
        </pc:spChg>
      </pc:sldChg>
      <pc:sldChg chg="modSp">
        <pc:chgData name="Yonela Gingqi" userId="9d9a8bbbae7db811" providerId="Windows Live" clId="Web-{AFF1A1DA-3E26-72D5-2DC4-A30509A59230}" dt="2024-11-01T00:41:34.544" v="23" actId="20577"/>
        <pc:sldMkLst>
          <pc:docMk/>
          <pc:sldMk cId="1131718056" sldId="314"/>
        </pc:sldMkLst>
        <pc:spChg chg="mod">
          <ac:chgData name="Yonela Gingqi" userId="9d9a8bbbae7db811" providerId="Windows Live" clId="Web-{AFF1A1DA-3E26-72D5-2DC4-A30509A59230}" dt="2024-11-01T00:41:34.544" v="23" actId="20577"/>
          <ac:spMkLst>
            <pc:docMk/>
            <pc:sldMk cId="1131718056" sldId="314"/>
            <ac:spMk id="2" creationId="{B6210199-C129-11F0-56F2-2D1AED21CB4C}"/>
          </ac:spMkLst>
        </pc:spChg>
      </pc:sldChg>
      <pc:sldChg chg="modSp del">
        <pc:chgData name="Yonela Gingqi" userId="9d9a8bbbae7db811" providerId="Windows Live" clId="Web-{AFF1A1DA-3E26-72D5-2DC4-A30509A59230}" dt="2024-11-01T00:41:06.184" v="22"/>
        <pc:sldMkLst>
          <pc:docMk/>
          <pc:sldMk cId="2468595790" sldId="315"/>
        </pc:sldMkLst>
        <pc:spChg chg="mod">
          <ac:chgData name="Yonela Gingqi" userId="9d9a8bbbae7db811" providerId="Windows Live" clId="Web-{AFF1A1DA-3E26-72D5-2DC4-A30509A59230}" dt="2024-11-01T00:40:53.808" v="20" actId="20577"/>
          <ac:spMkLst>
            <pc:docMk/>
            <pc:sldMk cId="2468595790" sldId="315"/>
            <ac:spMk id="16" creationId="{AEF9954A-E263-8A7E-58B1-4D03F7D1BD9B}"/>
          </ac:spMkLst>
        </pc:spChg>
      </pc:sldChg>
      <pc:sldChg chg="del">
        <pc:chgData name="Yonela Gingqi" userId="9d9a8bbbae7db811" providerId="Windows Live" clId="Web-{AFF1A1DA-3E26-72D5-2DC4-A30509A59230}" dt="2024-11-01T00:42:35.406" v="25"/>
        <pc:sldMkLst>
          <pc:docMk/>
          <pc:sldMk cId="1941619646" sldId="317"/>
        </pc:sldMkLst>
      </pc:sldChg>
      <pc:sldChg chg="del">
        <pc:chgData name="Yonela Gingqi" userId="9d9a8bbbae7db811" providerId="Windows Live" clId="Web-{AFF1A1DA-3E26-72D5-2DC4-A30509A59230}" dt="2024-11-01T00:41:47.732" v="24"/>
        <pc:sldMkLst>
          <pc:docMk/>
          <pc:sldMk cId="1789767074" sldId="323"/>
        </pc:sldMkLst>
      </pc:sldChg>
      <pc:sldChg chg="modSp">
        <pc:chgData name="Yonela Gingqi" userId="9d9a8bbbae7db811" providerId="Windows Live" clId="Web-{AFF1A1DA-3E26-72D5-2DC4-A30509A59230}" dt="2024-11-01T00:37:24.770" v="16" actId="20577"/>
        <pc:sldMkLst>
          <pc:docMk/>
          <pc:sldMk cId="3414416676" sldId="324"/>
        </pc:sldMkLst>
        <pc:spChg chg="mod">
          <ac:chgData name="Yonela Gingqi" userId="9d9a8bbbae7db811" providerId="Windows Live" clId="Web-{AFF1A1DA-3E26-72D5-2DC4-A30509A59230}" dt="2024-11-01T00:37:24.770" v="16" actId="20577"/>
          <ac:spMkLst>
            <pc:docMk/>
            <pc:sldMk cId="3414416676" sldId="324"/>
            <ac:spMk id="8" creationId="{9443EC8A-1733-CCF7-081F-EB4667CB3285}"/>
          </ac:spMkLst>
        </pc:spChg>
      </pc:sldChg>
      <pc:sldChg chg="delSp modSp">
        <pc:chgData name="Yonela Gingqi" userId="9d9a8bbbae7db811" providerId="Windows Live" clId="Web-{AFF1A1DA-3E26-72D5-2DC4-A30509A59230}" dt="2024-11-01T01:09:55.369" v="173" actId="20577"/>
        <pc:sldMkLst>
          <pc:docMk/>
          <pc:sldMk cId="1222828094" sldId="325"/>
        </pc:sldMkLst>
        <pc:spChg chg="mod">
          <ac:chgData name="Yonela Gingqi" userId="9d9a8bbbae7db811" providerId="Windows Live" clId="Web-{AFF1A1DA-3E26-72D5-2DC4-A30509A59230}" dt="2024-11-01T01:09:55.369" v="173" actId="20577"/>
          <ac:spMkLst>
            <pc:docMk/>
            <pc:sldMk cId="1222828094" sldId="325"/>
            <ac:spMk id="4" creationId="{07D267CD-6EEA-F52F-EA1F-3A81486ED8C5}"/>
          </ac:spMkLst>
        </pc:spChg>
        <pc:spChg chg="del mod">
          <ac:chgData name="Yonela Gingqi" userId="9d9a8bbbae7db811" providerId="Windows Live" clId="Web-{AFF1A1DA-3E26-72D5-2DC4-A30509A59230}" dt="2024-11-01T00:37:02.691" v="14"/>
          <ac:spMkLst>
            <pc:docMk/>
            <pc:sldMk cId="1222828094" sldId="325"/>
            <ac:spMk id="13" creationId="{0853098E-C088-D323-4BF2-987893F262F6}"/>
          </ac:spMkLst>
        </pc:spChg>
      </pc:sldChg>
      <pc:sldChg chg="del">
        <pc:chgData name="Yonela Gingqi" userId="9d9a8bbbae7db811" providerId="Windows Live" clId="Web-{AFF1A1DA-3E26-72D5-2DC4-A30509A59230}" dt="2024-11-01T00:41:00.465" v="21"/>
        <pc:sldMkLst>
          <pc:docMk/>
          <pc:sldMk cId="3097885360" sldId="329"/>
        </pc:sldMkLst>
      </pc:sldChg>
      <pc:sldChg chg="modSp">
        <pc:chgData name="Yonela Gingqi" userId="9d9a8bbbae7db811" providerId="Windows Live" clId="Web-{AFF1A1DA-3E26-72D5-2DC4-A30509A59230}" dt="2024-11-01T01:04:43.608" v="169" actId="20577"/>
        <pc:sldMkLst>
          <pc:docMk/>
          <pc:sldMk cId="330275440" sldId="330"/>
        </pc:sldMkLst>
        <pc:spChg chg="mod">
          <ac:chgData name="Yonela Gingqi" userId="9d9a8bbbae7db811" providerId="Windows Live" clId="Web-{AFF1A1DA-3E26-72D5-2DC4-A30509A59230}" dt="2024-11-01T01:04:43.608" v="169" actId="20577"/>
          <ac:spMkLst>
            <pc:docMk/>
            <pc:sldMk cId="330275440" sldId="330"/>
            <ac:spMk id="13" creationId="{13A3DF3A-F7C7-A622-FD34-9B00C4F877F5}"/>
          </ac:spMkLst>
        </pc:spChg>
      </pc:sldChg>
    </pc:docChg>
  </pc:docChgLst>
  <pc:docChgLst>
    <pc:chgData name="Yonela Gingqi" userId="9d9a8bbbae7db811" providerId="Windows Live" clId="Web-{EA45F1F6-92E2-8E2D-1B3B-C73C21F4AFD0}"/>
    <pc:docChg chg="addSld modSld">
      <pc:chgData name="Yonela Gingqi" userId="9d9a8bbbae7db811" providerId="Windows Live" clId="Web-{EA45F1F6-92E2-8E2D-1B3B-C73C21F4AFD0}" dt="2024-05-17T12:31:09.879" v="148" actId="20577"/>
      <pc:docMkLst>
        <pc:docMk/>
      </pc:docMkLst>
      <pc:sldChg chg="modSp">
        <pc:chgData name="Yonela Gingqi" userId="9d9a8bbbae7db811" providerId="Windows Live" clId="Web-{EA45F1F6-92E2-8E2D-1B3B-C73C21F4AFD0}" dt="2024-05-17T12:16:03.099" v="124" actId="20577"/>
        <pc:sldMkLst>
          <pc:docMk/>
          <pc:sldMk cId="3913219759" sldId="304"/>
        </pc:sldMkLst>
        <pc:spChg chg="mod">
          <ac:chgData name="Yonela Gingqi" userId="9d9a8bbbae7db811" providerId="Windows Live" clId="Web-{EA45F1F6-92E2-8E2D-1B3B-C73C21F4AFD0}" dt="2024-05-17T12:13:20.109" v="53" actId="20577"/>
          <ac:spMkLst>
            <pc:docMk/>
            <pc:sldMk cId="3913219759" sldId="304"/>
            <ac:spMk id="2" creationId="{13021072-4A77-DB4D-DF41-58EADB7DA94E}"/>
          </ac:spMkLst>
        </pc:spChg>
        <pc:spChg chg="mod">
          <ac:chgData name="Yonela Gingqi" userId="9d9a8bbbae7db811" providerId="Windows Live" clId="Web-{EA45F1F6-92E2-8E2D-1B3B-C73C21F4AFD0}" dt="2024-05-17T12:16:03.099" v="124" actId="20577"/>
          <ac:spMkLst>
            <pc:docMk/>
            <pc:sldMk cId="3913219759" sldId="304"/>
            <ac:spMk id="3" creationId="{D4D22962-3C7F-E480-5C35-7F4860A098E1}"/>
          </ac:spMkLst>
        </pc:spChg>
      </pc:sldChg>
      <pc:sldChg chg="addSp delSp modSp">
        <pc:chgData name="Yonela Gingqi" userId="9d9a8bbbae7db811" providerId="Windows Live" clId="Web-{EA45F1F6-92E2-8E2D-1B3B-C73C21F4AFD0}" dt="2024-05-17T12:29:28.048" v="142" actId="20577"/>
        <pc:sldMkLst>
          <pc:docMk/>
          <pc:sldMk cId="2906491918" sldId="307"/>
        </pc:sldMkLst>
        <pc:spChg chg="mod">
          <ac:chgData name="Yonela Gingqi" userId="9d9a8bbbae7db811" providerId="Windows Live" clId="Web-{EA45F1F6-92E2-8E2D-1B3B-C73C21F4AFD0}" dt="2024-05-17T12:29:28.048" v="142" actId="20577"/>
          <ac:spMkLst>
            <pc:docMk/>
            <pc:sldMk cId="2906491918" sldId="307"/>
            <ac:spMk id="2" creationId="{D54EDA75-0988-2AC2-87F8-8DEC83A7B9CA}"/>
          </ac:spMkLst>
        </pc:spChg>
        <pc:spChg chg="add del mod">
          <ac:chgData name="Yonela Gingqi" userId="9d9a8bbbae7db811" providerId="Windows Live" clId="Web-{EA45F1F6-92E2-8E2D-1B3B-C73C21F4AFD0}" dt="2024-05-17T12:28:46.922" v="126"/>
          <ac:spMkLst>
            <pc:docMk/>
            <pc:sldMk cId="2906491918" sldId="307"/>
            <ac:spMk id="4" creationId="{A8D95EF0-0DEE-6108-4898-9E0278A760A9}"/>
          </ac:spMkLst>
        </pc:spChg>
        <pc:picChg chg="add mod ord">
          <ac:chgData name="Yonela Gingqi" userId="9d9a8bbbae7db811" providerId="Windows Live" clId="Web-{EA45F1F6-92E2-8E2D-1B3B-C73C21F4AFD0}" dt="2024-05-17T12:28:46.922" v="126"/>
          <ac:picMkLst>
            <pc:docMk/>
            <pc:sldMk cId="2906491918" sldId="307"/>
            <ac:picMk id="5" creationId="{CE589F03-85AC-C384-F74B-FCAA101D87CF}"/>
          </ac:picMkLst>
        </pc:picChg>
        <pc:picChg chg="del">
          <ac:chgData name="Yonela Gingqi" userId="9d9a8bbbae7db811" providerId="Windows Live" clId="Web-{EA45F1F6-92E2-8E2D-1B3B-C73C21F4AFD0}" dt="2024-05-17T12:28:27.733" v="125"/>
          <ac:picMkLst>
            <pc:docMk/>
            <pc:sldMk cId="2906491918" sldId="307"/>
            <ac:picMk id="7" creationId="{DD186EAB-37C7-E7E6-AE8D-F077D02804F9}"/>
          </ac:picMkLst>
        </pc:picChg>
      </pc:sldChg>
      <pc:sldChg chg="modSp">
        <pc:chgData name="Yonela Gingqi" userId="9d9a8bbbae7db811" providerId="Windows Live" clId="Web-{EA45F1F6-92E2-8E2D-1B3B-C73C21F4AFD0}" dt="2024-05-17T12:12:37.670" v="27" actId="20577"/>
        <pc:sldMkLst>
          <pc:docMk/>
          <pc:sldMk cId="2202437675" sldId="312"/>
        </pc:sldMkLst>
        <pc:spChg chg="mod">
          <ac:chgData name="Yonela Gingqi" userId="9d9a8bbbae7db811" providerId="Windows Live" clId="Web-{EA45F1F6-92E2-8E2D-1B3B-C73C21F4AFD0}" dt="2024-05-17T12:12:37.670" v="27" actId="20577"/>
          <ac:spMkLst>
            <pc:docMk/>
            <pc:sldMk cId="2202437675" sldId="312"/>
            <ac:spMk id="2" creationId="{4207FF65-A536-F639-8591-ED024C223308}"/>
          </ac:spMkLst>
        </pc:spChg>
      </pc:sldChg>
      <pc:sldChg chg="delSp modSp new">
        <pc:chgData name="Yonela Gingqi" userId="9d9a8bbbae7db811" providerId="Windows Live" clId="Web-{EA45F1F6-92E2-8E2D-1B3B-C73C21F4AFD0}" dt="2024-05-17T12:31:09.879" v="148" actId="20577"/>
        <pc:sldMkLst>
          <pc:docMk/>
          <pc:sldMk cId="1789767074" sldId="323"/>
        </pc:sldMkLst>
        <pc:spChg chg="mod">
          <ac:chgData name="Yonela Gingqi" userId="9d9a8bbbae7db811" providerId="Windows Live" clId="Web-{EA45F1F6-92E2-8E2D-1B3B-C73C21F4AFD0}" dt="2024-05-17T12:31:09.879" v="148" actId="20577"/>
          <ac:spMkLst>
            <pc:docMk/>
            <pc:sldMk cId="1789767074" sldId="323"/>
            <ac:spMk id="2" creationId="{56F1A32B-FBE1-1CD4-94B7-F29BA946BEE3}"/>
          </ac:spMkLst>
        </pc:spChg>
        <pc:spChg chg="del">
          <ac:chgData name="Yonela Gingqi" userId="9d9a8bbbae7db811" providerId="Windows Live" clId="Web-{EA45F1F6-92E2-8E2D-1B3B-C73C21F4AFD0}" dt="2024-05-17T12:29:42.127" v="144"/>
          <ac:spMkLst>
            <pc:docMk/>
            <pc:sldMk cId="1789767074" sldId="323"/>
            <ac:spMk id="3" creationId="{AC5F49B9-5692-736E-E52B-41EE9EF01754}"/>
          </ac:spMkLst>
        </pc:spChg>
      </pc:sldChg>
    </pc:docChg>
  </pc:docChgLst>
  <pc:docChgLst>
    <pc:chgData clId="Web-{5289201C-FE27-680B-2F06-0B3E1E065E0B}"/>
    <pc:docChg chg="modSld">
      <pc:chgData name="" userId="" providerId="" clId="Web-{5289201C-FE27-680B-2F06-0B3E1E065E0B}" dt="2024-05-19T17:06:28.634" v="1" actId="20577"/>
      <pc:docMkLst>
        <pc:docMk/>
      </pc:docMkLst>
      <pc:sldChg chg="modSp">
        <pc:chgData name="" userId="" providerId="" clId="Web-{5289201C-FE27-680B-2F06-0B3E1E065E0B}" dt="2024-05-19T17:06:28.634" v="1" actId="20577"/>
        <pc:sldMkLst>
          <pc:docMk/>
          <pc:sldMk cId="3913219759" sldId="304"/>
        </pc:sldMkLst>
        <pc:spChg chg="mod">
          <ac:chgData name="" userId="" providerId="" clId="Web-{5289201C-FE27-680B-2F06-0B3E1E065E0B}" dt="2024-05-19T17:06:28.634" v="1" actId="20577"/>
          <ac:spMkLst>
            <pc:docMk/>
            <pc:sldMk cId="3913219759" sldId="304"/>
            <ac:spMk id="3" creationId="{D4D22962-3C7F-E480-5C35-7F4860A098E1}"/>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1D36A3E-7F8F-4F15-850B-79171968755A}" type="doc">
      <dgm:prSet loTypeId="urn:microsoft.com/office/officeart/2005/8/layout/process5" loCatId="process" qsTypeId="urn:microsoft.com/office/officeart/2005/8/quickstyle/simple1" qsCatId="simple" csTypeId="urn:microsoft.com/office/officeart/2005/8/colors/accent1_2" csCatId="accent1"/>
      <dgm:spPr/>
      <dgm:t>
        <a:bodyPr/>
        <a:lstStyle/>
        <a:p>
          <a:endParaRPr lang="en-US"/>
        </a:p>
      </dgm:t>
    </dgm:pt>
    <dgm:pt modelId="{373E5811-323F-4F44-BDDD-CB6FB1C8EF85}">
      <dgm:prSet/>
      <dgm:spPr/>
      <dgm:t>
        <a:bodyPr/>
        <a:lstStyle/>
        <a:p>
          <a:r>
            <a:rPr lang="en-US"/>
            <a:t>This project sheds light on the current IT support system which is a ticket-based system.</a:t>
          </a:r>
        </a:p>
      </dgm:t>
    </dgm:pt>
    <dgm:pt modelId="{AE0F3756-E133-4AB6-9079-79CFE1111906}" type="parTrans" cxnId="{E5D347BD-4AEE-4E69-944B-07804BEC3BD1}">
      <dgm:prSet/>
      <dgm:spPr/>
      <dgm:t>
        <a:bodyPr/>
        <a:lstStyle/>
        <a:p>
          <a:endParaRPr lang="en-US"/>
        </a:p>
      </dgm:t>
    </dgm:pt>
    <dgm:pt modelId="{54BEE21B-203F-4544-9023-1CBB3E9AD138}" type="sibTrans" cxnId="{E5D347BD-4AEE-4E69-944B-07804BEC3BD1}">
      <dgm:prSet/>
      <dgm:spPr/>
      <dgm:t>
        <a:bodyPr/>
        <a:lstStyle/>
        <a:p>
          <a:endParaRPr lang="en-US"/>
        </a:p>
      </dgm:t>
    </dgm:pt>
    <dgm:pt modelId="{0B0DDED5-F4DD-4A8F-9470-128B2620F3B6}">
      <dgm:prSet/>
      <dgm:spPr/>
      <dgm:t>
        <a:bodyPr/>
        <a:lstStyle/>
        <a:p>
          <a:r>
            <a:rPr lang="en-US"/>
            <a:t>The user lodges a ticket on the IT self-help system and a human IT support agent responds to the query.</a:t>
          </a:r>
        </a:p>
      </dgm:t>
    </dgm:pt>
    <dgm:pt modelId="{A9272AF7-1ADA-4E26-8D30-662BBF96E3B3}" type="parTrans" cxnId="{58BD27AC-3A3B-4A08-830E-70AD29298759}">
      <dgm:prSet/>
      <dgm:spPr/>
      <dgm:t>
        <a:bodyPr/>
        <a:lstStyle/>
        <a:p>
          <a:endParaRPr lang="en-US"/>
        </a:p>
      </dgm:t>
    </dgm:pt>
    <dgm:pt modelId="{A5312905-9A00-4F7E-A882-33B274D302E0}" type="sibTrans" cxnId="{58BD27AC-3A3B-4A08-830E-70AD29298759}">
      <dgm:prSet/>
      <dgm:spPr/>
      <dgm:t>
        <a:bodyPr/>
        <a:lstStyle/>
        <a:p>
          <a:endParaRPr lang="en-US"/>
        </a:p>
      </dgm:t>
    </dgm:pt>
    <dgm:pt modelId="{7CD291A2-C043-4BC0-82B6-490AD59A7988}">
      <dgm:prSet/>
      <dgm:spPr/>
      <dgm:t>
        <a:bodyPr/>
        <a:lstStyle/>
        <a:p>
          <a:r>
            <a:rPr lang="en-US"/>
            <a:t>CUT IT support system is lacking in immediacy and 24/7 availability because human IT support assistants are not available round the clock.</a:t>
          </a:r>
        </a:p>
      </dgm:t>
    </dgm:pt>
    <dgm:pt modelId="{A2F65515-421A-450B-8F6E-D09B6FF1B968}" type="parTrans" cxnId="{4F6D6951-2EA9-42FE-B1D3-DEB9530F9EE5}">
      <dgm:prSet/>
      <dgm:spPr/>
      <dgm:t>
        <a:bodyPr/>
        <a:lstStyle/>
        <a:p>
          <a:endParaRPr lang="en-US"/>
        </a:p>
      </dgm:t>
    </dgm:pt>
    <dgm:pt modelId="{EC67ED73-5714-4CFC-9E2D-6FCB23AA1C76}" type="sibTrans" cxnId="{4F6D6951-2EA9-42FE-B1D3-DEB9530F9EE5}">
      <dgm:prSet/>
      <dgm:spPr/>
      <dgm:t>
        <a:bodyPr/>
        <a:lstStyle/>
        <a:p>
          <a:endParaRPr lang="en-US"/>
        </a:p>
      </dgm:t>
    </dgm:pt>
    <dgm:pt modelId="{E543DF1B-F84C-46B5-AB51-5926F0A189E6}" type="pres">
      <dgm:prSet presAssocID="{41D36A3E-7F8F-4F15-850B-79171968755A}" presName="diagram" presStyleCnt="0">
        <dgm:presLayoutVars>
          <dgm:dir/>
          <dgm:resizeHandles val="exact"/>
        </dgm:presLayoutVars>
      </dgm:prSet>
      <dgm:spPr/>
    </dgm:pt>
    <dgm:pt modelId="{B8C2C6EF-19FD-47B2-9F8F-47898382C257}" type="pres">
      <dgm:prSet presAssocID="{373E5811-323F-4F44-BDDD-CB6FB1C8EF85}" presName="node" presStyleLbl="node1" presStyleIdx="0" presStyleCnt="3">
        <dgm:presLayoutVars>
          <dgm:bulletEnabled val="1"/>
        </dgm:presLayoutVars>
      </dgm:prSet>
      <dgm:spPr/>
    </dgm:pt>
    <dgm:pt modelId="{B5DECCDC-414B-4C66-893B-8DFD267BEEB1}" type="pres">
      <dgm:prSet presAssocID="{54BEE21B-203F-4544-9023-1CBB3E9AD138}" presName="sibTrans" presStyleLbl="sibTrans2D1" presStyleIdx="0" presStyleCnt="2"/>
      <dgm:spPr/>
    </dgm:pt>
    <dgm:pt modelId="{290470C2-B329-4E94-B733-D816882E7E12}" type="pres">
      <dgm:prSet presAssocID="{54BEE21B-203F-4544-9023-1CBB3E9AD138}" presName="connectorText" presStyleLbl="sibTrans2D1" presStyleIdx="0" presStyleCnt="2"/>
      <dgm:spPr/>
    </dgm:pt>
    <dgm:pt modelId="{2E3868A1-D118-49CB-A18E-93346E29BD96}" type="pres">
      <dgm:prSet presAssocID="{0B0DDED5-F4DD-4A8F-9470-128B2620F3B6}" presName="node" presStyleLbl="node1" presStyleIdx="1" presStyleCnt="3">
        <dgm:presLayoutVars>
          <dgm:bulletEnabled val="1"/>
        </dgm:presLayoutVars>
      </dgm:prSet>
      <dgm:spPr/>
    </dgm:pt>
    <dgm:pt modelId="{9CAD47D1-84FB-4E56-AA78-BDA36715B023}" type="pres">
      <dgm:prSet presAssocID="{A5312905-9A00-4F7E-A882-33B274D302E0}" presName="sibTrans" presStyleLbl="sibTrans2D1" presStyleIdx="1" presStyleCnt="2"/>
      <dgm:spPr/>
    </dgm:pt>
    <dgm:pt modelId="{06ACF6B8-5D93-4301-98FE-3C7F896B2173}" type="pres">
      <dgm:prSet presAssocID="{A5312905-9A00-4F7E-A882-33B274D302E0}" presName="connectorText" presStyleLbl="sibTrans2D1" presStyleIdx="1" presStyleCnt="2"/>
      <dgm:spPr/>
    </dgm:pt>
    <dgm:pt modelId="{92B50F67-F4B0-49B5-8A97-CDF53B46F038}" type="pres">
      <dgm:prSet presAssocID="{7CD291A2-C043-4BC0-82B6-490AD59A7988}" presName="node" presStyleLbl="node1" presStyleIdx="2" presStyleCnt="3">
        <dgm:presLayoutVars>
          <dgm:bulletEnabled val="1"/>
        </dgm:presLayoutVars>
      </dgm:prSet>
      <dgm:spPr/>
    </dgm:pt>
  </dgm:ptLst>
  <dgm:cxnLst>
    <dgm:cxn modelId="{88661F08-8C73-4428-B1A2-CD9C883CB3AB}" type="presOf" srcId="{41D36A3E-7F8F-4F15-850B-79171968755A}" destId="{E543DF1B-F84C-46B5-AB51-5926F0A189E6}" srcOrd="0" destOrd="0" presId="urn:microsoft.com/office/officeart/2005/8/layout/process5"/>
    <dgm:cxn modelId="{BE59915C-5BEE-4CB8-BC3F-18EEF64672CE}" type="presOf" srcId="{54BEE21B-203F-4544-9023-1CBB3E9AD138}" destId="{B5DECCDC-414B-4C66-893B-8DFD267BEEB1}" srcOrd="0" destOrd="0" presId="urn:microsoft.com/office/officeart/2005/8/layout/process5"/>
    <dgm:cxn modelId="{7BD9DE68-38FC-428D-B42A-924440226831}" type="presOf" srcId="{A5312905-9A00-4F7E-A882-33B274D302E0}" destId="{06ACF6B8-5D93-4301-98FE-3C7F896B2173}" srcOrd="1" destOrd="0" presId="urn:microsoft.com/office/officeart/2005/8/layout/process5"/>
    <dgm:cxn modelId="{69B5054A-35EC-44B3-8188-0BD6D06E75F7}" type="presOf" srcId="{54BEE21B-203F-4544-9023-1CBB3E9AD138}" destId="{290470C2-B329-4E94-B733-D816882E7E12}" srcOrd="1" destOrd="0" presId="urn:microsoft.com/office/officeart/2005/8/layout/process5"/>
    <dgm:cxn modelId="{4F6D6951-2EA9-42FE-B1D3-DEB9530F9EE5}" srcId="{41D36A3E-7F8F-4F15-850B-79171968755A}" destId="{7CD291A2-C043-4BC0-82B6-490AD59A7988}" srcOrd="2" destOrd="0" parTransId="{A2F65515-421A-450B-8F6E-D09B6FF1B968}" sibTransId="{EC67ED73-5714-4CFC-9E2D-6FCB23AA1C76}"/>
    <dgm:cxn modelId="{25E3B555-2419-4529-A9E6-305F11997FAA}" type="presOf" srcId="{A5312905-9A00-4F7E-A882-33B274D302E0}" destId="{9CAD47D1-84FB-4E56-AA78-BDA36715B023}" srcOrd="0" destOrd="0" presId="urn:microsoft.com/office/officeart/2005/8/layout/process5"/>
    <dgm:cxn modelId="{D180D27B-F94A-4FEF-A956-3FFD96AA6000}" type="presOf" srcId="{0B0DDED5-F4DD-4A8F-9470-128B2620F3B6}" destId="{2E3868A1-D118-49CB-A18E-93346E29BD96}" srcOrd="0" destOrd="0" presId="urn:microsoft.com/office/officeart/2005/8/layout/process5"/>
    <dgm:cxn modelId="{01D1E48B-B4B4-47FF-AC53-2CE5A15E611F}" type="presOf" srcId="{7CD291A2-C043-4BC0-82B6-490AD59A7988}" destId="{92B50F67-F4B0-49B5-8A97-CDF53B46F038}" srcOrd="0" destOrd="0" presId="urn:microsoft.com/office/officeart/2005/8/layout/process5"/>
    <dgm:cxn modelId="{58BD27AC-3A3B-4A08-830E-70AD29298759}" srcId="{41D36A3E-7F8F-4F15-850B-79171968755A}" destId="{0B0DDED5-F4DD-4A8F-9470-128B2620F3B6}" srcOrd="1" destOrd="0" parTransId="{A9272AF7-1ADA-4E26-8D30-662BBF96E3B3}" sibTransId="{A5312905-9A00-4F7E-A882-33B274D302E0}"/>
    <dgm:cxn modelId="{E9F941B2-06DA-4214-94C7-7C5B65B44E9B}" type="presOf" srcId="{373E5811-323F-4F44-BDDD-CB6FB1C8EF85}" destId="{B8C2C6EF-19FD-47B2-9F8F-47898382C257}" srcOrd="0" destOrd="0" presId="urn:microsoft.com/office/officeart/2005/8/layout/process5"/>
    <dgm:cxn modelId="{E5D347BD-4AEE-4E69-944B-07804BEC3BD1}" srcId="{41D36A3E-7F8F-4F15-850B-79171968755A}" destId="{373E5811-323F-4F44-BDDD-CB6FB1C8EF85}" srcOrd="0" destOrd="0" parTransId="{AE0F3756-E133-4AB6-9079-79CFE1111906}" sibTransId="{54BEE21B-203F-4544-9023-1CBB3E9AD138}"/>
    <dgm:cxn modelId="{EEF65217-AD3C-4EAB-962D-AE3BB51F8A8D}" type="presParOf" srcId="{E543DF1B-F84C-46B5-AB51-5926F0A189E6}" destId="{B8C2C6EF-19FD-47B2-9F8F-47898382C257}" srcOrd="0" destOrd="0" presId="urn:microsoft.com/office/officeart/2005/8/layout/process5"/>
    <dgm:cxn modelId="{B70D35A1-EF31-438C-AC27-29CB619B1918}" type="presParOf" srcId="{E543DF1B-F84C-46B5-AB51-5926F0A189E6}" destId="{B5DECCDC-414B-4C66-893B-8DFD267BEEB1}" srcOrd="1" destOrd="0" presId="urn:microsoft.com/office/officeart/2005/8/layout/process5"/>
    <dgm:cxn modelId="{2F594A5E-01DF-407A-AC60-AB9FF74919C0}" type="presParOf" srcId="{B5DECCDC-414B-4C66-893B-8DFD267BEEB1}" destId="{290470C2-B329-4E94-B733-D816882E7E12}" srcOrd="0" destOrd="0" presId="urn:microsoft.com/office/officeart/2005/8/layout/process5"/>
    <dgm:cxn modelId="{DE47C393-4804-4B21-9E73-596D979897B8}" type="presParOf" srcId="{E543DF1B-F84C-46B5-AB51-5926F0A189E6}" destId="{2E3868A1-D118-49CB-A18E-93346E29BD96}" srcOrd="2" destOrd="0" presId="urn:microsoft.com/office/officeart/2005/8/layout/process5"/>
    <dgm:cxn modelId="{D6571336-EA83-4252-A817-02D053116A67}" type="presParOf" srcId="{E543DF1B-F84C-46B5-AB51-5926F0A189E6}" destId="{9CAD47D1-84FB-4E56-AA78-BDA36715B023}" srcOrd="3" destOrd="0" presId="urn:microsoft.com/office/officeart/2005/8/layout/process5"/>
    <dgm:cxn modelId="{6B7E2725-EADE-4D5D-86B9-05BBC899C27C}" type="presParOf" srcId="{9CAD47D1-84FB-4E56-AA78-BDA36715B023}" destId="{06ACF6B8-5D93-4301-98FE-3C7F896B2173}" srcOrd="0" destOrd="0" presId="urn:microsoft.com/office/officeart/2005/8/layout/process5"/>
    <dgm:cxn modelId="{00D068F0-B6C5-460E-9F5E-5227D65AB6AE}" type="presParOf" srcId="{E543DF1B-F84C-46B5-AB51-5926F0A189E6}" destId="{92B50F67-F4B0-49B5-8A97-CDF53B46F038}" srcOrd="4" destOrd="0" presId="urn:microsoft.com/office/officeart/2005/8/layout/process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C2C6EF-19FD-47B2-9F8F-47898382C257}">
      <dsp:nvSpPr>
        <dsp:cNvPr id="0" name=""/>
        <dsp:cNvSpPr/>
      </dsp:nvSpPr>
      <dsp:spPr>
        <a:xfrm>
          <a:off x="223246" y="948"/>
          <a:ext cx="2360799" cy="1416479"/>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This project sheds light on the current IT support system which is a ticket-based system.</a:t>
          </a:r>
        </a:p>
      </dsp:txBody>
      <dsp:txXfrm>
        <a:off x="264733" y="42435"/>
        <a:ext cx="2277825" cy="1333505"/>
      </dsp:txXfrm>
    </dsp:sp>
    <dsp:sp modelId="{B5DECCDC-414B-4C66-893B-8DFD267BEEB1}">
      <dsp:nvSpPr>
        <dsp:cNvPr id="0" name=""/>
        <dsp:cNvSpPr/>
      </dsp:nvSpPr>
      <dsp:spPr>
        <a:xfrm>
          <a:off x="2791796" y="416448"/>
          <a:ext cx="500489" cy="58547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a:off x="2791796" y="533544"/>
        <a:ext cx="350342" cy="351286"/>
      </dsp:txXfrm>
    </dsp:sp>
    <dsp:sp modelId="{2E3868A1-D118-49CB-A18E-93346E29BD96}">
      <dsp:nvSpPr>
        <dsp:cNvPr id="0" name=""/>
        <dsp:cNvSpPr/>
      </dsp:nvSpPr>
      <dsp:spPr>
        <a:xfrm>
          <a:off x="3528365" y="948"/>
          <a:ext cx="2360799" cy="1416479"/>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The user lodges a ticket on the IT self-help system and a human IT support agent responds to the query.</a:t>
          </a:r>
        </a:p>
      </dsp:txBody>
      <dsp:txXfrm>
        <a:off x="3569852" y="42435"/>
        <a:ext cx="2277825" cy="1333505"/>
      </dsp:txXfrm>
    </dsp:sp>
    <dsp:sp modelId="{9CAD47D1-84FB-4E56-AA78-BDA36715B023}">
      <dsp:nvSpPr>
        <dsp:cNvPr id="0" name=""/>
        <dsp:cNvSpPr/>
      </dsp:nvSpPr>
      <dsp:spPr>
        <a:xfrm rot="5400000">
          <a:off x="4458521" y="1582684"/>
          <a:ext cx="500489" cy="58547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rot="-5400000">
        <a:off x="4533123" y="1625179"/>
        <a:ext cx="351286" cy="350342"/>
      </dsp:txXfrm>
    </dsp:sp>
    <dsp:sp modelId="{92B50F67-F4B0-49B5-8A97-CDF53B46F038}">
      <dsp:nvSpPr>
        <dsp:cNvPr id="0" name=""/>
        <dsp:cNvSpPr/>
      </dsp:nvSpPr>
      <dsp:spPr>
        <a:xfrm>
          <a:off x="3528365" y="2361747"/>
          <a:ext cx="2360799" cy="1416479"/>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CUT IT support system is lacking in immediacy and 24/7 availability because human IT support assistants are not available round the clock.</a:t>
          </a:r>
        </a:p>
      </dsp:txBody>
      <dsp:txXfrm>
        <a:off x="3569852" y="2403234"/>
        <a:ext cx="2277825" cy="1333505"/>
      </dsp:txXfrm>
    </dsp:sp>
  </dsp:spTree>
</dsp:drawing>
</file>

<file path=ppt/diagrams/layout1.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2024</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8486358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a:p>
        </p:txBody>
      </p:sp>
    </p:spTree>
    <p:extLst>
      <p:ext uri="{BB962C8B-B14F-4D97-AF65-F5344CB8AC3E}">
        <p14:creationId xmlns:p14="http://schemas.microsoft.com/office/powerpoint/2010/main" val="30686530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876670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932347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7107391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41153432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2501079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11.svg"/><Relationship Id="rId4" Type="http://schemas.openxmlformats.org/officeDocument/2006/relationships/image" Target="../media/image10.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E016143-E03C-4CFD-AFDC-14E5BDEA754C}" type="datetimeFigureOut">
              <a:rPr lang="en-US" smtClean="0"/>
              <a:t>11/10/2024</a:t>
            </a:fld>
            <a:endParaRPr lang="en-US" dirty="0"/>
          </a:p>
        </p:txBody>
      </p:sp>
      <p:sp>
        <p:nvSpPr>
          <p:cNvPr id="5" name="Footer Placeholder 4"/>
          <p:cNvSpPr>
            <a:spLocks noGrp="1"/>
          </p:cNvSpPr>
          <p:nvPr>
            <p:ph type="ftr" sz="quarter" idx="11"/>
          </p:nvPr>
        </p:nvSpPr>
        <p:spPr>
          <a:xfrm>
            <a:off x="2416500" y="329307"/>
            <a:ext cx="4973915" cy="309201"/>
          </a:xfrm>
        </p:spPr>
        <p:txBody>
          <a:bodyPr/>
          <a:lstStyle/>
          <a:p>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48F63A3B-78C7-47BE-AE5E-E10140E04643}" type="slidenum">
              <a:rPr lang="en-US" smtClean="0"/>
              <a:pPr/>
              <a:t>‹#›</a:t>
            </a:fld>
            <a:endParaRPr lang="en-US"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31391980"/>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8C94063-DF36-4330-A365-08DA1FA5B7D6}" type="datetimeFigureOut">
              <a:rPr lang="en-US" smtClean="0"/>
              <a:t>11/10/2024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pPr/>
              <a:t>‹#›</a:t>
            </a:fld>
            <a:endParaRPr lang="en-US"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82649887"/>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08A7C6C-0F39-4D70-8E8D-FE5B9C95FA73}" type="datetimeFigureOut">
              <a:rPr lang="en-US" smtClean="0"/>
              <a:t>11/10/2024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pPr/>
              <a:t>‹#›</a:t>
            </a:fld>
            <a:endParaRPr lang="en-US"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433173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FCFA4AC-08CC-42CE-BD01-C191750A04EC}" type="datetimeFigureOut">
              <a:rPr lang="en-US" smtClean="0"/>
              <a:t>11/10/2024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pPr/>
              <a:t>‹#›</a:t>
            </a:fld>
            <a:endParaRPr lang="en-US"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65823159"/>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BA7A723-92A7-435B-B681-F25B092FEFEB}" type="datetimeFigureOut">
              <a:rPr lang="en-US" smtClean="0"/>
              <a:t>11/10/2024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pPr/>
              <a:t>‹#›</a:t>
            </a:fld>
            <a:endParaRPr lang="en-US"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20906687"/>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F170639-886C-4FCF-9EAB-ABB5DA3F3F4A}" type="datetimeFigureOut">
              <a:rPr lang="en-US" smtClean="0"/>
              <a:t>11/10/2024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pPr/>
              <a:t>‹#›</a:t>
            </a:fld>
            <a:endParaRPr lang="en-US"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6" name="Freeform: Shape 5">
            <a:extLst>
              <a:ext uri="{FF2B5EF4-FFF2-40B4-BE49-F238E27FC236}">
                <a16:creationId xmlns:a16="http://schemas.microsoft.com/office/drawing/2014/main" id="{31EEEDE8-C39C-C3E9-2449-3129DB74F037}"/>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Freeform: Shape 6">
            <a:extLst>
              <a:ext uri="{FF2B5EF4-FFF2-40B4-BE49-F238E27FC236}">
                <a16:creationId xmlns:a16="http://schemas.microsoft.com/office/drawing/2014/main" id="{8A79752A-2389-FCFF-B43A-48099E69C36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36928831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230651-31F4-45D2-98AE-A2108F41BC07}" type="datetimeFigureOut">
              <a:rPr lang="en-US" smtClean="0"/>
              <a:t>11/10/2024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a:t>
            </a:fld>
            <a:endParaRPr lang="en-US" dirty="0"/>
          </a:p>
        </p:txBody>
      </p:sp>
      <p:sp>
        <p:nvSpPr>
          <p:cNvPr id="5" name="Freeform: Shape 4">
            <a:extLst>
              <a:ext uri="{FF2B5EF4-FFF2-40B4-BE49-F238E27FC236}">
                <a16:creationId xmlns:a16="http://schemas.microsoft.com/office/drawing/2014/main" id="{B7D0BBAF-6302-2B7C-951E-575813048000}"/>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5">
            <a:extLst>
              <a:ext uri="{FF2B5EF4-FFF2-40B4-BE49-F238E27FC236}">
                <a16:creationId xmlns:a16="http://schemas.microsoft.com/office/drawing/2014/main" id="{4457E956-E0EF-AE73-93B1-7AC34B19C011}"/>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10850232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F53789A-C914-4DB1-8815-80B5EC7335C5}" type="datetimeFigureOut">
              <a:rPr lang="en-US" smtClean="0"/>
              <a:t>11/10/2024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pPr/>
              <a:t>‹#›</a:t>
            </a:fld>
            <a:endParaRPr lang="en-US"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8" name="Freeform: Shape 7">
            <a:extLst>
              <a:ext uri="{FF2B5EF4-FFF2-40B4-BE49-F238E27FC236}">
                <a16:creationId xmlns:a16="http://schemas.microsoft.com/office/drawing/2014/main" id="{B015D85B-176B-8FC4-263E-1C5C1FD04C9F}"/>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25943177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5E6440AA-91A0-436F-8FDB-C0F939DCAE21}" type="datetimeFigureOut">
              <a:rPr lang="en-US" smtClean="0"/>
              <a:t>11/10/2024</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pPr/>
              <a:t>‹#›</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9" name="Freeform: Shape 8">
            <a:extLst>
              <a:ext uri="{FF2B5EF4-FFF2-40B4-BE49-F238E27FC236}">
                <a16:creationId xmlns:a16="http://schemas.microsoft.com/office/drawing/2014/main" id="{64BCBA80-DFEB-754B-96B9-C24D2DD7E9E8}"/>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6668237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033E54A-A8CA-48C1-9504-691B58049D29}" type="datetimeFigureOut">
              <a:rPr lang="en-US" smtClean="0"/>
              <a:t>11/10/2024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pPr/>
              <a:t>‹#›</a:t>
            </a:fld>
            <a:endParaRPr lang="en-US"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10449225"/>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5F6C806-BBF7-471C-9527-881CE2266695}" type="datetimeFigureOut">
              <a:rPr lang="en-US" smtClean="0"/>
              <a:t>11/10/2024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pPr/>
              <a:t>‹#›</a:t>
            </a:fld>
            <a:endParaRPr lang="en-US"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86332282"/>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16457303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26267591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0212198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2336885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35263918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93630849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8442514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jp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21">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0E59FD0C-5451-4CA0-86AF-E70AE3279989}" type="datetimeFigureOut">
              <a:rPr lang="en-US" smtClean="0"/>
              <a:t>11/10/2024</a:t>
            </a:fld>
            <a:endParaRPr lang="en-US"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48F63A3B-78C7-47BE-AE5E-E10140E04643}" type="slidenum">
              <a:rPr lang="en-US" smtClean="0"/>
              <a:pPr/>
              <a:t>‹#›</a:t>
            </a:fld>
            <a:endParaRPr lang="en-US"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3495816"/>
      </p:ext>
    </p:extLst>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51" r:id="rId6"/>
    <p:sldLayoutId id="2147483752" r:id="rId7"/>
    <p:sldLayoutId id="2147483753" r:id="rId8"/>
    <p:sldLayoutId id="2147483754" r:id="rId9"/>
    <p:sldLayoutId id="2147483755" r:id="rId10"/>
    <p:sldLayoutId id="2147483756" r:id="rId11"/>
    <p:sldLayoutId id="2147483757" r:id="rId12"/>
    <p:sldLayoutId id="2147483758" r:id="rId13"/>
    <p:sldLayoutId id="2147483759" r:id="rId14"/>
    <p:sldLayoutId id="2147483760" r:id="rId15"/>
    <p:sldLayoutId id="2147483761" r:id="rId16"/>
    <p:sldLayoutId id="2147483737" r:id="rId17"/>
    <p:sldLayoutId id="2147483742" r:id="rId18"/>
    <p:sldLayoutId id="2147483688" r:id="rId19"/>
  </p:sldLayoutIdLst>
  <p:hf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14.jpeg"/></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5.jpeg"/><Relationship Id="rId7" Type="http://schemas.openxmlformats.org/officeDocument/2006/relationships/diagramColors" Target="../diagrams/colors1.xml"/><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55" name="Rectangle 54">
            <a:extLst>
              <a:ext uri="{FF2B5EF4-FFF2-40B4-BE49-F238E27FC236}">
                <a16:creationId xmlns:a16="http://schemas.microsoft.com/office/drawing/2014/main" id="{0CABCAE3-64FC-4149-819F-2C18128241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ZA"/>
          </a:p>
        </p:txBody>
      </p:sp>
      <p:pic>
        <p:nvPicPr>
          <p:cNvPr id="56" name="Picture 55">
            <a:extLst>
              <a:ext uri="{FF2B5EF4-FFF2-40B4-BE49-F238E27FC236}">
                <a16:creationId xmlns:a16="http://schemas.microsoft.com/office/drawing/2014/main" id="{012FDCFE-9AD2-4D8A-8CBF-B3AA37EBF6D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57" name="Straight Connector 56">
            <a:extLst>
              <a:ext uri="{FF2B5EF4-FFF2-40B4-BE49-F238E27FC236}">
                <a16:creationId xmlns:a16="http://schemas.microsoft.com/office/drawing/2014/main" id="{FBD463FC-4CA8-4FF4-85A3-AF9F4B98D2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A56012FD-74A8-4C91-B318-435CF2B7192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a:extLst>
              <a:ext uri="{FF2B5EF4-FFF2-40B4-BE49-F238E27FC236}">
                <a16:creationId xmlns:a16="http://schemas.microsoft.com/office/drawing/2014/main" id="{B6210199-C129-11F0-56F2-2D1AED21CB4C}"/>
              </a:ext>
            </a:extLst>
          </p:cNvPr>
          <p:cNvSpPr>
            <a:spLocks noGrp="1"/>
          </p:cNvSpPr>
          <p:nvPr>
            <p:ph type="title"/>
          </p:nvPr>
        </p:nvSpPr>
        <p:spPr>
          <a:xfrm>
            <a:off x="1451579" y="804519"/>
            <a:ext cx="9603275" cy="1049235"/>
          </a:xfrm>
        </p:spPr>
        <p:txBody>
          <a:bodyPr vert="horz" lIns="91440" tIns="45720" rIns="91440" bIns="45720" rtlCol="0" anchor="t">
            <a:normAutofit/>
          </a:bodyPr>
          <a:lstStyle/>
          <a:p>
            <a:pPr>
              <a:lnSpc>
                <a:spcPct val="90000"/>
              </a:lnSpc>
            </a:pPr>
            <a:r>
              <a:rPr lang="en-US" sz="3000"/>
              <a:t>Building an ai chatbot for it support at cut</a:t>
            </a:r>
            <a:br>
              <a:rPr lang="en-US" sz="3000"/>
            </a:br>
            <a:endParaRPr lang="en-US" sz="3000"/>
          </a:p>
        </p:txBody>
      </p:sp>
      <p:sp>
        <p:nvSpPr>
          <p:cNvPr id="3" name="Slide Number Placeholder 2">
            <a:extLst>
              <a:ext uri="{FF2B5EF4-FFF2-40B4-BE49-F238E27FC236}">
                <a16:creationId xmlns:a16="http://schemas.microsoft.com/office/drawing/2014/main" id="{370AEC4F-E711-8552-9C34-82C1514A1E37}"/>
              </a:ext>
            </a:extLst>
          </p:cNvPr>
          <p:cNvSpPr>
            <a:spLocks noGrp="1"/>
          </p:cNvSpPr>
          <p:nvPr>
            <p:ph type="sldNum" sz="quarter" idx="10"/>
          </p:nvPr>
        </p:nvSpPr>
        <p:spPr>
          <a:xfrm>
            <a:off x="480060" y="798973"/>
            <a:ext cx="811019" cy="503578"/>
          </a:xfrm>
        </p:spPr>
        <p:txBody>
          <a:bodyPr vert="horz" lIns="91440" tIns="45720" rIns="91440" bIns="45720" rtlCol="0" anchor="t">
            <a:normAutofit/>
          </a:bodyPr>
          <a:lstStyle/>
          <a:p>
            <a:pPr>
              <a:lnSpc>
                <a:spcPct val="90000"/>
              </a:lnSpc>
              <a:spcAft>
                <a:spcPts val="600"/>
              </a:spcAft>
            </a:pPr>
            <a:fld id="{48F63A3B-78C7-47BE-AE5E-E10140E04643}" type="slidenum">
              <a:rPr lang="en-US" sz="2800">
                <a:latin typeface="+mn-lt"/>
              </a:rPr>
              <a:pPr>
                <a:lnSpc>
                  <a:spcPct val="90000"/>
                </a:lnSpc>
                <a:spcAft>
                  <a:spcPts val="600"/>
                </a:spcAft>
              </a:pPr>
              <a:t>1</a:t>
            </a:fld>
            <a:endParaRPr lang="en-US" sz="2800">
              <a:latin typeface="+mn-lt"/>
            </a:endParaRPr>
          </a:p>
        </p:txBody>
      </p:sp>
      <p:sp>
        <p:nvSpPr>
          <p:cNvPr id="4" name="TextBox 3">
            <a:extLst>
              <a:ext uri="{FF2B5EF4-FFF2-40B4-BE49-F238E27FC236}">
                <a16:creationId xmlns:a16="http://schemas.microsoft.com/office/drawing/2014/main" id="{0A217248-8DC2-42F6-8C5E-A11878A45362}"/>
              </a:ext>
            </a:extLst>
          </p:cNvPr>
          <p:cNvSpPr txBox="1"/>
          <p:nvPr/>
        </p:nvSpPr>
        <p:spPr>
          <a:xfrm>
            <a:off x="1451579" y="2015734"/>
            <a:ext cx="5622284" cy="3450613"/>
          </a:xfrm>
          <a:prstGeom prst="rect">
            <a:avLst/>
          </a:prstGeom>
        </p:spPr>
        <p:txBody>
          <a:bodyPr vert="horz" lIns="91440" tIns="45720" rIns="91440" bIns="45720" rtlCol="0" anchor="t">
            <a:normAutofit/>
          </a:bodyPr>
          <a:lstStyle/>
          <a:p>
            <a:pPr indent="-228600" defTabSz="914400">
              <a:lnSpc>
                <a:spcPct val="120000"/>
              </a:lnSpc>
              <a:spcAft>
                <a:spcPts val="600"/>
              </a:spcAft>
              <a:buClr>
                <a:schemeClr val="accent1"/>
              </a:buClr>
              <a:buSzPct val="100000"/>
              <a:buFont typeface="Arial" panose="020B0604020202020204" pitchFamily="34" charset="0"/>
              <a:buChar char="•"/>
            </a:pPr>
            <a:r>
              <a:rPr lang="en-US"/>
              <a:t>My name is Yonela Gingqi. I am an advanced diploma in Information Technology. My interest in the field of AI  technology led me to pursue research on the different ways that this technology can be utilized, the benefits of this technology and how they can be integrated in existing systems to improve efficiency.</a:t>
            </a:r>
          </a:p>
        </p:txBody>
      </p:sp>
      <p:pic>
        <p:nvPicPr>
          <p:cNvPr id="6" name="Picture 5" descr="Robot operating a machine">
            <a:extLst>
              <a:ext uri="{FF2B5EF4-FFF2-40B4-BE49-F238E27FC236}">
                <a16:creationId xmlns:a16="http://schemas.microsoft.com/office/drawing/2014/main" id="{E1D536C4-28B7-A96B-C360-B0C3D3F19E3F}"/>
              </a:ext>
            </a:extLst>
          </p:cNvPr>
          <p:cNvPicPr>
            <a:picLocks noChangeAspect="1"/>
          </p:cNvPicPr>
          <p:nvPr/>
        </p:nvPicPr>
        <p:blipFill>
          <a:blip r:embed="rId4"/>
          <a:srcRect t="3595" r="-1" b="23113"/>
          <a:stretch/>
        </p:blipFill>
        <p:spPr>
          <a:xfrm>
            <a:off x="7554139" y="2756446"/>
            <a:ext cx="3500715" cy="1969188"/>
          </a:xfrm>
          <a:prstGeom prst="rect">
            <a:avLst/>
          </a:prstGeom>
        </p:spPr>
      </p:pic>
    </p:spTree>
    <p:extLst>
      <p:ext uri="{BB962C8B-B14F-4D97-AF65-F5344CB8AC3E}">
        <p14:creationId xmlns:p14="http://schemas.microsoft.com/office/powerpoint/2010/main" val="35801567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B219B-7E3A-7E84-6386-37313F0CFB09}"/>
              </a:ext>
            </a:extLst>
          </p:cNvPr>
          <p:cNvSpPr>
            <a:spLocks noGrp="1"/>
          </p:cNvSpPr>
          <p:nvPr>
            <p:ph type="title"/>
          </p:nvPr>
        </p:nvSpPr>
        <p:spPr>
          <a:xfrm>
            <a:off x="433111" y="410780"/>
            <a:ext cx="6524128" cy="1222839"/>
          </a:xfrm>
        </p:spPr>
        <p:txBody>
          <a:bodyPr/>
          <a:lstStyle/>
          <a:p>
            <a:r>
              <a:rPr lang="en-US"/>
              <a:t>PROBLEM STATEMENT</a:t>
            </a:r>
            <a:endParaRPr lang="en-US" dirty="0"/>
          </a:p>
        </p:txBody>
      </p:sp>
      <p:pic>
        <p:nvPicPr>
          <p:cNvPr id="7" name="Picture Placeholder 6" descr="A cartoon of a robot with a computer&#10;&#10;Description automatically generated">
            <a:extLst>
              <a:ext uri="{FF2B5EF4-FFF2-40B4-BE49-F238E27FC236}">
                <a16:creationId xmlns:a16="http://schemas.microsoft.com/office/drawing/2014/main" id="{15A77D8B-F0BA-A4D9-AD8C-BA4E1DC81F30}"/>
              </a:ext>
            </a:extLst>
          </p:cNvPr>
          <p:cNvPicPr>
            <a:picLocks noGrp="1" noChangeAspect="1"/>
          </p:cNvPicPr>
          <p:nvPr>
            <p:ph type="pic" sz="quarter" idx="11"/>
          </p:nvPr>
        </p:nvPicPr>
        <p:blipFill>
          <a:blip r:embed="rId3"/>
          <a:srcRect l="16301" r="16301"/>
          <a:stretch/>
        </p:blipFill>
        <p:spPr/>
      </p:pic>
      <p:graphicFrame>
        <p:nvGraphicFramePr>
          <p:cNvPr id="9" name="TextBox 3">
            <a:extLst>
              <a:ext uri="{FF2B5EF4-FFF2-40B4-BE49-F238E27FC236}">
                <a16:creationId xmlns:a16="http://schemas.microsoft.com/office/drawing/2014/main" id="{FC2DB1E9-EFF4-0F1A-7488-D5129AE81C1B}"/>
              </a:ext>
            </a:extLst>
          </p:cNvPr>
          <p:cNvGraphicFramePr/>
          <p:nvPr/>
        </p:nvGraphicFramePr>
        <p:xfrm>
          <a:off x="638969" y="1955407"/>
          <a:ext cx="6112412" cy="377917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9529238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10199-C129-11F0-56F2-2D1AED21CB4C}"/>
              </a:ext>
            </a:extLst>
          </p:cNvPr>
          <p:cNvSpPr>
            <a:spLocks noGrp="1"/>
          </p:cNvSpPr>
          <p:nvPr>
            <p:ph type="title"/>
          </p:nvPr>
        </p:nvSpPr>
        <p:spPr>
          <a:xfrm>
            <a:off x="4110285" y="2887694"/>
            <a:ext cx="7043617" cy="1082611"/>
          </a:xfrm>
        </p:spPr>
        <p:txBody>
          <a:bodyPr/>
          <a:lstStyle/>
          <a:p>
            <a:r>
              <a:rPr lang="en-US" b="1" dirty="0">
                <a:solidFill>
                  <a:schemeClr val="accent6"/>
                </a:solidFill>
              </a:rPr>
              <a:t>Research</a:t>
            </a:r>
            <a:r>
              <a:rPr lang="en-US" dirty="0"/>
              <a:t> </a:t>
            </a:r>
            <a:r>
              <a:rPr lang="en-US" b="1" dirty="0">
                <a:solidFill>
                  <a:schemeClr val="accent6"/>
                </a:solidFill>
              </a:rPr>
              <a:t>objectives</a:t>
            </a:r>
            <a:br>
              <a:rPr lang="en-US" dirty="0"/>
            </a:br>
            <a:endParaRPr lang="en-US" dirty="0"/>
          </a:p>
        </p:txBody>
      </p:sp>
      <p:sp>
        <p:nvSpPr>
          <p:cNvPr id="3" name="Slide Number Placeholder 2">
            <a:extLst>
              <a:ext uri="{FF2B5EF4-FFF2-40B4-BE49-F238E27FC236}">
                <a16:creationId xmlns:a16="http://schemas.microsoft.com/office/drawing/2014/main" id="{370AEC4F-E711-8552-9C34-82C1514A1E37}"/>
              </a:ext>
            </a:extLst>
          </p:cNvPr>
          <p:cNvSpPr>
            <a:spLocks noGrp="1"/>
          </p:cNvSpPr>
          <p:nvPr>
            <p:ph type="sldNum" sz="quarter" idx="10"/>
          </p:nvPr>
        </p:nvSpPr>
        <p:spPr/>
        <p:txBody>
          <a:bodyPr/>
          <a:lstStyle/>
          <a:p>
            <a:fld id="{48F63A3B-78C7-47BE-AE5E-E10140E04643}" type="slidenum">
              <a:rPr lang="en-US" smtClean="0"/>
              <a:pPr/>
              <a:t>3</a:t>
            </a:fld>
            <a:endParaRPr lang="en-US" dirty="0"/>
          </a:p>
        </p:txBody>
      </p:sp>
    </p:spTree>
    <p:extLst>
      <p:ext uri="{BB962C8B-B14F-4D97-AF65-F5344CB8AC3E}">
        <p14:creationId xmlns:p14="http://schemas.microsoft.com/office/powerpoint/2010/main" val="11317180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23522FE7-5A29-4EF6-B1EF-2CA55748A7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ZA"/>
          </a:p>
        </p:txBody>
      </p:sp>
      <p:pic>
        <p:nvPicPr>
          <p:cNvPr id="29" name="Picture 28">
            <a:extLst>
              <a:ext uri="{FF2B5EF4-FFF2-40B4-BE49-F238E27FC236}">
                <a16:creationId xmlns:a16="http://schemas.microsoft.com/office/drawing/2014/main" id="{C2192E09-EBC7-416C-B887-DFF915D7F43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30" name="Straight Connector 29">
            <a:extLst>
              <a:ext uri="{FF2B5EF4-FFF2-40B4-BE49-F238E27FC236}">
                <a16:creationId xmlns:a16="http://schemas.microsoft.com/office/drawing/2014/main" id="{2924498D-E084-44BE-A196-CFCE3556435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14C12901-9FCC-461E-A64A-89B4791235E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useBgFill="1">
        <p:nvSpPr>
          <p:cNvPr id="26" name="Rectangle 25">
            <a:extLst>
              <a:ext uri="{FF2B5EF4-FFF2-40B4-BE49-F238E27FC236}">
                <a16:creationId xmlns:a16="http://schemas.microsoft.com/office/drawing/2014/main" id="{29C51009-A09A-4689-8E6C-F8FC99E6A8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
            <a:extLst>
              <a:ext uri="{FF2B5EF4-FFF2-40B4-BE49-F238E27FC236}">
                <a16:creationId xmlns:a16="http://schemas.microsoft.com/office/drawing/2014/main" id="{C7853747-F3A1-0362-E175-C8F07B20D064}"/>
              </a:ext>
            </a:extLst>
          </p:cNvPr>
          <p:cNvSpPr txBox="1">
            <a:spLocks/>
          </p:cNvSpPr>
          <p:nvPr/>
        </p:nvSpPr>
        <p:spPr>
          <a:xfrm>
            <a:off x="844476" y="1600199"/>
            <a:ext cx="3539266" cy="4297680"/>
          </a:xfrm>
          <a:prstGeom prst="rect">
            <a:avLst/>
          </a:prstGeom>
        </p:spPr>
        <p:txBody>
          <a:bodyPr vert="horz" lIns="91440" tIns="45720" rIns="91440" bIns="45720" rtlCol="0" anchor="ctr" anchorCtr="0">
            <a:normAutofit/>
          </a:bodyPr>
          <a:lstStyle>
            <a:lvl1pPr algn="l" defTabSz="914400" rtl="0" eaLnBrk="1" latinLnBrk="0" hangingPunct="1">
              <a:lnSpc>
                <a:spcPct val="100000"/>
              </a:lnSpc>
              <a:spcBef>
                <a:spcPct val="0"/>
              </a:spcBef>
              <a:buNone/>
              <a:defRPr sz="3600" b="1" kern="1200" cap="all" baseline="0">
                <a:solidFill>
                  <a:schemeClr val="accent6"/>
                </a:solidFill>
                <a:latin typeface="+mj-lt"/>
                <a:ea typeface="+mj-ea"/>
                <a:cs typeface="+mj-cs"/>
              </a:defRPr>
            </a:lvl1pPr>
          </a:lstStyle>
          <a:p>
            <a:pPr>
              <a:lnSpc>
                <a:spcPct val="90000"/>
              </a:lnSpc>
              <a:spcAft>
                <a:spcPts val="600"/>
              </a:spcAft>
            </a:pPr>
            <a:r>
              <a:rPr lang="en-US" sz="3200" b="0" i="0" kern="1200" cap="all" dirty="0">
                <a:solidFill>
                  <a:schemeClr val="tx1"/>
                </a:solidFill>
                <a:effectLst/>
                <a:latin typeface="+mj-lt"/>
                <a:ea typeface="+mj-ea"/>
                <a:cs typeface="+mj-cs"/>
              </a:rPr>
              <a:t>Research OBJECTIVEs</a:t>
            </a:r>
          </a:p>
        </p:txBody>
      </p:sp>
      <p:sp>
        <p:nvSpPr>
          <p:cNvPr id="3" name="Slide Number Placeholder 2">
            <a:extLst>
              <a:ext uri="{FF2B5EF4-FFF2-40B4-BE49-F238E27FC236}">
                <a16:creationId xmlns:a16="http://schemas.microsoft.com/office/drawing/2014/main" id="{7267C004-8B72-C872-98FB-00A2A584D055}"/>
              </a:ext>
            </a:extLst>
          </p:cNvPr>
          <p:cNvSpPr>
            <a:spLocks noGrp="1"/>
          </p:cNvSpPr>
          <p:nvPr>
            <p:ph type="sldNum" sz="quarter" idx="10"/>
          </p:nvPr>
        </p:nvSpPr>
        <p:spPr>
          <a:xfrm>
            <a:off x="3512301" y="443732"/>
            <a:ext cx="811019" cy="503578"/>
          </a:xfrm>
        </p:spPr>
        <p:txBody>
          <a:bodyPr vert="horz" lIns="91440" tIns="45720" rIns="91440" bIns="45720" rtlCol="0" anchor="t">
            <a:normAutofit/>
          </a:bodyPr>
          <a:lstStyle/>
          <a:p>
            <a:pPr>
              <a:lnSpc>
                <a:spcPct val="90000"/>
              </a:lnSpc>
              <a:spcAft>
                <a:spcPts val="600"/>
              </a:spcAft>
            </a:pPr>
            <a:fld id="{48F63A3B-78C7-47BE-AE5E-E10140E04643}" type="slidenum">
              <a:rPr lang="en-US" sz="2800" kern="1200" dirty="0">
                <a:solidFill>
                  <a:schemeClr val="accent1"/>
                </a:solidFill>
                <a:latin typeface="+mn-lt"/>
                <a:ea typeface="+mn-ea"/>
                <a:cs typeface="+mn-cs"/>
              </a:rPr>
              <a:pPr>
                <a:lnSpc>
                  <a:spcPct val="90000"/>
                </a:lnSpc>
                <a:spcAft>
                  <a:spcPts val="600"/>
                </a:spcAft>
              </a:pPr>
              <a:t>4</a:t>
            </a:fld>
            <a:endParaRPr lang="en-US" sz="2800" kern="1200" dirty="0">
              <a:solidFill>
                <a:schemeClr val="accent1"/>
              </a:solidFill>
              <a:latin typeface="+mn-lt"/>
              <a:ea typeface="+mn-ea"/>
              <a:cs typeface="+mn-cs"/>
            </a:endParaRPr>
          </a:p>
        </p:txBody>
      </p:sp>
      <p:cxnSp>
        <p:nvCxnSpPr>
          <p:cNvPr id="28" name="Straight Connector 27">
            <a:extLst>
              <a:ext uri="{FF2B5EF4-FFF2-40B4-BE49-F238E27FC236}">
                <a16:creationId xmlns:a16="http://schemas.microsoft.com/office/drawing/2014/main" id="{9EC65442-F244-409C-BF44-C5D6472E810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2148839"/>
            <a:ext cx="0" cy="3200400"/>
          </a:xfrm>
          <a:prstGeom prst="line">
            <a:avLst/>
          </a:prstGeom>
          <a:ln w="31750"/>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13A3DF3A-F7C7-A622-FD34-9B00C4F877F5}"/>
              </a:ext>
            </a:extLst>
          </p:cNvPr>
          <p:cNvSpPr txBox="1"/>
          <p:nvPr/>
        </p:nvSpPr>
        <p:spPr>
          <a:xfrm>
            <a:off x="4924851" y="1600199"/>
            <a:ext cx="6130003" cy="4297680"/>
          </a:xfrm>
          <a:prstGeom prst="rect">
            <a:avLst/>
          </a:prstGeom>
        </p:spPr>
        <p:txBody>
          <a:bodyPr vert="horz" lIns="91440" tIns="45720" rIns="91440" bIns="45720" rtlCol="0" anchor="ctr">
            <a:normAutofit/>
          </a:bodyPr>
          <a:lstStyle/>
          <a:p>
            <a:pPr marL="342900" indent="-228600" defTabSz="914400">
              <a:lnSpc>
                <a:spcPct val="120000"/>
              </a:lnSpc>
              <a:spcAft>
                <a:spcPts val="600"/>
              </a:spcAft>
              <a:buClr>
                <a:schemeClr val="accent1"/>
              </a:buClr>
              <a:buSzPct val="100000"/>
              <a:buFont typeface="Arial" panose="020B0604020202020204" pitchFamily="34" charset="0"/>
              <a:buChar char="•"/>
            </a:pPr>
            <a:r>
              <a:rPr lang="en-US"/>
              <a:t>To build an AI chatbot that is going to:</a:t>
            </a:r>
          </a:p>
          <a:p>
            <a:pPr marL="800100" lvl="1" indent="-228600" defTabSz="914400">
              <a:lnSpc>
                <a:spcPct val="120000"/>
              </a:lnSpc>
              <a:spcAft>
                <a:spcPts val="600"/>
              </a:spcAft>
              <a:buClr>
                <a:schemeClr val="accent1"/>
              </a:buClr>
              <a:buSzPct val="100000"/>
              <a:buFont typeface="Arial" panose="020B0604020202020204" pitchFamily="34" charset="0"/>
              <a:buChar char="•"/>
            </a:pPr>
            <a:r>
              <a:rPr lang="en-US"/>
              <a:t>assist users with trivial IT support queries</a:t>
            </a:r>
          </a:p>
          <a:p>
            <a:pPr marL="800100" lvl="1" indent="-228600" defTabSz="914400">
              <a:lnSpc>
                <a:spcPct val="120000"/>
              </a:lnSpc>
              <a:spcAft>
                <a:spcPts val="600"/>
              </a:spcAft>
              <a:buClr>
                <a:schemeClr val="accent1"/>
              </a:buClr>
              <a:buSzPct val="100000"/>
              <a:buFont typeface="Arial" panose="020B0604020202020204" pitchFamily="34" charset="0"/>
              <a:buChar char="•"/>
            </a:pPr>
            <a:r>
              <a:rPr lang="en-US"/>
              <a:t>resolve the 24/7 availability and lack of immediacy in IT support services</a:t>
            </a:r>
          </a:p>
          <a:p>
            <a:pPr marL="800100" lvl="1" indent="-228600" defTabSz="914400">
              <a:lnSpc>
                <a:spcPct val="120000"/>
              </a:lnSpc>
              <a:spcAft>
                <a:spcPts val="600"/>
              </a:spcAft>
              <a:buClr>
                <a:schemeClr val="accent1"/>
              </a:buClr>
              <a:buSzPct val="100000"/>
              <a:buFont typeface="Arial" panose="020B0604020202020204" pitchFamily="34" charset="0"/>
              <a:buChar char="•"/>
            </a:pPr>
            <a:endParaRPr lang="en-US"/>
          </a:p>
          <a:p>
            <a:pPr marL="342900" indent="-228600" defTabSz="914400">
              <a:lnSpc>
                <a:spcPct val="120000"/>
              </a:lnSpc>
              <a:spcAft>
                <a:spcPts val="600"/>
              </a:spcAft>
              <a:buClr>
                <a:schemeClr val="accent1"/>
              </a:buClr>
              <a:buSzPct val="100000"/>
              <a:buFont typeface="Arial" panose="020B0604020202020204" pitchFamily="34" charset="0"/>
              <a:buChar char="•"/>
            </a:pPr>
            <a:endParaRPr lang="en-US"/>
          </a:p>
          <a:p>
            <a:pPr indent="-228600" defTabSz="914400">
              <a:lnSpc>
                <a:spcPct val="120000"/>
              </a:lnSpc>
              <a:spcAft>
                <a:spcPts val="600"/>
              </a:spcAft>
              <a:buClr>
                <a:schemeClr val="accent1"/>
              </a:buClr>
              <a:buSzPct val="100000"/>
              <a:buFont typeface="Arial" panose="020B0604020202020204" pitchFamily="34" charset="0"/>
              <a:buChar char="•"/>
            </a:pPr>
            <a:endParaRPr lang="en-US"/>
          </a:p>
          <a:p>
            <a:pPr indent="-228600" defTabSz="914400">
              <a:lnSpc>
                <a:spcPct val="120000"/>
              </a:lnSpc>
              <a:spcAft>
                <a:spcPts val="600"/>
              </a:spcAft>
              <a:buClr>
                <a:schemeClr val="accent1"/>
              </a:buClr>
              <a:buSzPct val="100000"/>
              <a:buFont typeface="Arial" panose="020B0604020202020204" pitchFamily="34" charset="0"/>
              <a:buChar char="•"/>
            </a:pPr>
            <a:endParaRPr lang="en-US"/>
          </a:p>
        </p:txBody>
      </p:sp>
    </p:spTree>
    <p:extLst>
      <p:ext uri="{BB962C8B-B14F-4D97-AF65-F5344CB8AC3E}">
        <p14:creationId xmlns:p14="http://schemas.microsoft.com/office/powerpoint/2010/main" val="3302754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2">
            <a:extLst>
              <a:ext uri="{FF2B5EF4-FFF2-40B4-BE49-F238E27FC236}">
                <a16:creationId xmlns:a16="http://schemas.microsoft.com/office/drawing/2014/main" id="{9443EC8A-1733-CCF7-081F-EB4667CB3285}"/>
              </a:ext>
            </a:extLst>
          </p:cNvPr>
          <p:cNvSpPr txBox="1">
            <a:spLocks/>
          </p:cNvSpPr>
          <p:nvPr/>
        </p:nvSpPr>
        <p:spPr>
          <a:xfrm>
            <a:off x="240030" y="2070056"/>
            <a:ext cx="7212331" cy="1473244"/>
          </a:xfrm>
          <a:prstGeom prst="rect">
            <a:avLst/>
          </a:prstGeom>
        </p:spPr>
        <p:txBody>
          <a:bodyPr vert="horz" lIns="91440" tIns="0" rIns="91440" bIns="0" rtlCol="0" anchor="b" anchorCtr="0">
            <a:noAutofit/>
          </a:bodyPr>
          <a:lstStyle>
            <a:lvl1pPr algn="l" defTabSz="914400" rtl="0" eaLnBrk="1" latinLnBrk="0" hangingPunct="1">
              <a:lnSpc>
                <a:spcPct val="100000"/>
              </a:lnSpc>
              <a:spcBef>
                <a:spcPct val="0"/>
              </a:spcBef>
              <a:buNone/>
              <a:defRPr sz="3600" b="1" kern="1200" cap="all" baseline="0">
                <a:solidFill>
                  <a:schemeClr val="accent6"/>
                </a:solidFill>
                <a:latin typeface="+mj-lt"/>
                <a:ea typeface="+mj-ea"/>
                <a:cs typeface="+mj-cs"/>
              </a:defRPr>
            </a:lvl1pPr>
          </a:lstStyle>
          <a:p>
            <a:r>
              <a:rPr lang="en-US" dirty="0"/>
              <a:t>ACHIEVEMENTS</a:t>
            </a:r>
          </a:p>
        </p:txBody>
      </p:sp>
    </p:spTree>
    <p:extLst>
      <p:ext uri="{BB962C8B-B14F-4D97-AF65-F5344CB8AC3E}">
        <p14:creationId xmlns:p14="http://schemas.microsoft.com/office/powerpoint/2010/main" val="34144166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07D267CD-6EEA-F52F-EA1F-3A81486ED8C5}"/>
              </a:ext>
            </a:extLst>
          </p:cNvPr>
          <p:cNvSpPr>
            <a:spLocks noGrp="1"/>
          </p:cNvSpPr>
          <p:nvPr>
            <p:ph sz="half" idx="2"/>
          </p:nvPr>
        </p:nvSpPr>
        <p:spPr>
          <a:xfrm>
            <a:off x="1550564" y="2303028"/>
            <a:ext cx="9214846" cy="3961593"/>
          </a:xfrm>
        </p:spPr>
        <p:txBody>
          <a:bodyPr vert="horz" lIns="91440" tIns="0" rIns="91440" bIns="0" rtlCol="0" anchor="t">
            <a:normAutofit/>
          </a:bodyPr>
          <a:lstStyle/>
          <a:p>
            <a:pPr algn="just"/>
            <a:r>
              <a:rPr lang="en-US" dirty="0">
                <a:cs typeface="Arial"/>
              </a:rPr>
              <a:t>Development of a CUT mock-up website.</a:t>
            </a:r>
          </a:p>
          <a:p>
            <a:pPr algn="just"/>
            <a:r>
              <a:rPr lang="en-US" dirty="0">
                <a:cs typeface="Arial"/>
              </a:rPr>
              <a:t>Building an AI chatbot </a:t>
            </a:r>
          </a:p>
          <a:p>
            <a:pPr algn="just"/>
            <a:r>
              <a:rPr lang="en-US" dirty="0">
                <a:cs typeface="Arial"/>
              </a:rPr>
              <a:t>Training of the chatbot on </a:t>
            </a:r>
          </a:p>
          <a:p>
            <a:pPr lvl="1" algn="just"/>
            <a:r>
              <a:rPr lang="en-US" dirty="0">
                <a:cs typeface="Arial"/>
              </a:rPr>
              <a:t>The chatbot can assist the user with trivial IT support queries. </a:t>
            </a:r>
          </a:p>
          <a:p>
            <a:pPr lvl="1" algn="just"/>
            <a:r>
              <a:rPr lang="en-US" dirty="0">
                <a:cs typeface="Arial"/>
              </a:rPr>
              <a:t>It can also assist the user with contacting the IT support department should the user be unsatisfied with the assistance of the AI agent.</a:t>
            </a:r>
          </a:p>
          <a:p>
            <a:pPr lvl="1" algn="just"/>
            <a:r>
              <a:rPr lang="en-US" dirty="0">
                <a:cs typeface="Arial"/>
              </a:rPr>
              <a:t>The chatbot successfully uses the knowledge base and workflows to accurately reply to queries.</a:t>
            </a:r>
          </a:p>
          <a:p>
            <a:endParaRPr lang="en-US" dirty="0"/>
          </a:p>
        </p:txBody>
      </p:sp>
      <p:sp>
        <p:nvSpPr>
          <p:cNvPr id="2" name="Slide Number Placeholder 1">
            <a:extLst>
              <a:ext uri="{FF2B5EF4-FFF2-40B4-BE49-F238E27FC236}">
                <a16:creationId xmlns:a16="http://schemas.microsoft.com/office/drawing/2014/main" id="{1DCFAD14-1AAA-8CDA-A49B-523FD6C66F35}"/>
              </a:ext>
            </a:extLst>
          </p:cNvPr>
          <p:cNvSpPr>
            <a:spLocks noGrp="1"/>
          </p:cNvSpPr>
          <p:nvPr>
            <p:ph type="sldNum" sz="quarter" idx="10"/>
          </p:nvPr>
        </p:nvSpPr>
        <p:spPr/>
        <p:txBody>
          <a:bodyPr/>
          <a:lstStyle/>
          <a:p>
            <a:fld id="{48F63A3B-78C7-47BE-AE5E-E10140E04643}" type="slidenum">
              <a:rPr lang="en-US" smtClean="0"/>
              <a:pPr/>
              <a:t>6</a:t>
            </a:fld>
            <a:endParaRPr lang="en-US" dirty="0"/>
          </a:p>
        </p:txBody>
      </p:sp>
    </p:spTree>
    <p:extLst>
      <p:ext uri="{BB962C8B-B14F-4D97-AF65-F5344CB8AC3E}">
        <p14:creationId xmlns:p14="http://schemas.microsoft.com/office/powerpoint/2010/main" val="12228280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2">
            <a:extLst>
              <a:ext uri="{FF2B5EF4-FFF2-40B4-BE49-F238E27FC236}">
                <a16:creationId xmlns:a16="http://schemas.microsoft.com/office/drawing/2014/main" id="{9443EC8A-1733-CCF7-081F-EB4667CB3285}"/>
              </a:ext>
            </a:extLst>
          </p:cNvPr>
          <p:cNvSpPr txBox="1">
            <a:spLocks/>
          </p:cNvSpPr>
          <p:nvPr/>
        </p:nvSpPr>
        <p:spPr>
          <a:xfrm>
            <a:off x="240030" y="2070056"/>
            <a:ext cx="7212331" cy="1473244"/>
          </a:xfrm>
          <a:prstGeom prst="rect">
            <a:avLst/>
          </a:prstGeom>
        </p:spPr>
        <p:txBody>
          <a:bodyPr vert="horz" lIns="91440" tIns="0" rIns="91440" bIns="0" rtlCol="0" anchor="b" anchorCtr="0">
            <a:noAutofit/>
          </a:bodyPr>
          <a:lstStyle>
            <a:lvl1pPr algn="l" defTabSz="914400" rtl="0" eaLnBrk="1" latinLnBrk="0" hangingPunct="1">
              <a:lnSpc>
                <a:spcPct val="100000"/>
              </a:lnSpc>
              <a:spcBef>
                <a:spcPct val="0"/>
              </a:spcBef>
              <a:buNone/>
              <a:defRPr sz="3600" b="1" kern="1200" cap="all" baseline="0">
                <a:solidFill>
                  <a:schemeClr val="accent6"/>
                </a:solidFill>
                <a:latin typeface="+mj-lt"/>
                <a:ea typeface="+mj-ea"/>
                <a:cs typeface="+mj-cs"/>
              </a:defRPr>
            </a:lvl1pPr>
          </a:lstStyle>
          <a:p>
            <a:r>
              <a:rPr lang="en-US" dirty="0"/>
              <a:t>SYSTEM DEMONSTRATION</a:t>
            </a:r>
          </a:p>
        </p:txBody>
      </p:sp>
    </p:spTree>
    <p:extLst>
      <p:ext uri="{BB962C8B-B14F-4D97-AF65-F5344CB8AC3E}">
        <p14:creationId xmlns:p14="http://schemas.microsoft.com/office/powerpoint/2010/main" val="565262116"/>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E99543C-82E8-4821-93BD-5A60BEB423E2}">
  <ds:schemaRefs>
    <ds:schemaRef ds:uri="http://schemas.microsoft.com/sharepoint/v3/contenttype/forms"/>
  </ds:schemaRefs>
</ds:datastoreItem>
</file>

<file path=customXml/itemProps2.xml><?xml version="1.0" encoding="utf-8"?>
<ds:datastoreItem xmlns:ds="http://schemas.openxmlformats.org/officeDocument/2006/customXml" ds:itemID="{A7FA76D1-3C6D-40BC-A42D-496B6EDE8B8C}">
  <ds:schemaRefs>
    <ds:schemaRef ds:uri="16c05727-aa75-4e4a-9b5f-8a80a1165891"/>
    <ds:schemaRef ds:uri="http://www.w3.org/XML/1998/namespace"/>
    <ds:schemaRef ds:uri="http://purl.org/dc/terms/"/>
    <ds:schemaRef ds:uri="230e9df3-be65-4c73-a93b-d1236ebd677e"/>
    <ds:schemaRef ds:uri="http://schemas.microsoft.com/sharepoint/v3"/>
    <ds:schemaRef ds:uri="http://schemas.microsoft.com/office/2006/documentManagement/types"/>
    <ds:schemaRef ds:uri="http://schemas.openxmlformats.org/package/2006/metadata/core-properties"/>
    <ds:schemaRef ds:uri="http://purl.org/dc/elements/1.1/"/>
    <ds:schemaRef ds:uri="http://schemas.microsoft.com/office/2006/metadata/properties"/>
    <ds:schemaRef ds:uri="http://schemas.microsoft.com/office/infopath/2007/PartnerControls"/>
    <ds:schemaRef ds:uri="71af3243-3dd4-4a8d-8c0d-dd76da1f02a5"/>
    <ds:schemaRef ds:uri="http://purl.org/dc/dcmitype/"/>
  </ds:schemaRefs>
</ds:datastoreItem>
</file>

<file path=customXml/itemProps3.xml><?xml version="1.0" encoding="utf-8"?>
<ds:datastoreItem xmlns:ds="http://schemas.openxmlformats.org/officeDocument/2006/customXml" ds:itemID="{5D7B7F6F-2C08-4296-B7AB-C2C3F421924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Gallery</Template>
  <TotalTime>520</TotalTime>
  <Words>238</Words>
  <Application>Microsoft Office PowerPoint</Application>
  <PresentationFormat>Widescreen</PresentationFormat>
  <Paragraphs>25</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Gill Sans MT</vt:lpstr>
      <vt:lpstr>Gallery</vt:lpstr>
      <vt:lpstr>Building an ai chatbot for it support at cut </vt:lpstr>
      <vt:lpstr>PROBLEM STATEMENT</vt:lpstr>
      <vt:lpstr>Research objectives </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presentation</dc:title>
  <dc:subject/>
  <dc:creator>Yonela</dc:creator>
  <cp:lastModifiedBy>Yonela Gingqi</cp:lastModifiedBy>
  <cp:revision>280</cp:revision>
  <dcterms:created xsi:type="dcterms:W3CDTF">2024-05-17T12:09:11Z</dcterms:created>
  <dcterms:modified xsi:type="dcterms:W3CDTF">2024-11-10T00:28:10Z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